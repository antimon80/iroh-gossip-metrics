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>
      <p:cViewPr>
        <p:scale>
          <a:sx n="100" d="100"/>
          <a:sy n="100" d="100"/>
        </p:scale>
        <p:origin x="2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012ECF-2B94-449D-AF5D-073C28ECFE4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F809DF2-A791-48A9-9DE6-1D1923C2669C}">
      <dgm:prSet/>
      <dgm:spPr/>
      <dgm:t>
        <a:bodyPr/>
        <a:lstStyle/>
        <a:p>
          <a:r>
            <a:rPr lang="de-CH"/>
            <a:t>P2P protocol for managing neighbourhoods in a dynamic network</a:t>
          </a:r>
          <a:endParaRPr lang="en-US"/>
        </a:p>
      </dgm:t>
    </dgm:pt>
    <dgm:pt modelId="{DC2D09B8-4295-4113-8BD4-6ACC777F27BC}" type="parTrans" cxnId="{D3AF8C57-3689-4659-A6C9-85FAE414F40D}">
      <dgm:prSet/>
      <dgm:spPr/>
      <dgm:t>
        <a:bodyPr/>
        <a:lstStyle/>
        <a:p>
          <a:endParaRPr lang="en-US"/>
        </a:p>
      </dgm:t>
    </dgm:pt>
    <dgm:pt modelId="{3394E033-936C-4ED3-9B56-E2D2EF95998E}" type="sibTrans" cxnId="{D3AF8C57-3689-4659-A6C9-85FAE414F40D}">
      <dgm:prSet/>
      <dgm:spPr/>
      <dgm:t>
        <a:bodyPr/>
        <a:lstStyle/>
        <a:p>
          <a:endParaRPr lang="en-US"/>
        </a:p>
      </dgm:t>
    </dgm:pt>
    <dgm:pt modelId="{4E2ABA40-A7D6-47B9-B340-AD380481782B}">
      <dgm:prSet/>
      <dgm:spPr/>
      <dgm:t>
        <a:bodyPr/>
        <a:lstStyle/>
        <a:p>
          <a:r>
            <a:rPr lang="de-CH"/>
            <a:t>list of peers is devided into subsets: active view and passive view</a:t>
          </a:r>
          <a:endParaRPr lang="en-US"/>
        </a:p>
      </dgm:t>
    </dgm:pt>
    <dgm:pt modelId="{FBAAC7AB-746C-4A41-92E2-D8D23135C0EF}" type="parTrans" cxnId="{81574A5F-F52B-4EF4-A12D-8E3E394EF7EF}">
      <dgm:prSet/>
      <dgm:spPr/>
      <dgm:t>
        <a:bodyPr/>
        <a:lstStyle/>
        <a:p>
          <a:endParaRPr lang="en-US"/>
        </a:p>
      </dgm:t>
    </dgm:pt>
    <dgm:pt modelId="{CDC84A69-07A7-4D76-B42F-0428EEB15734}" type="sibTrans" cxnId="{81574A5F-F52B-4EF4-A12D-8E3E394EF7EF}">
      <dgm:prSet/>
      <dgm:spPr/>
      <dgm:t>
        <a:bodyPr/>
        <a:lstStyle/>
        <a:p>
          <a:endParaRPr lang="en-US"/>
        </a:p>
      </dgm:t>
    </dgm:pt>
    <dgm:pt modelId="{578E6D0A-6F7E-4542-A8FD-915A8FE91A1A}">
      <dgm:prSet/>
      <dgm:spPr/>
      <dgm:t>
        <a:bodyPr/>
        <a:lstStyle/>
        <a:p>
          <a:r>
            <a:rPr lang="de-CH"/>
            <a:t>regularly checks active neighbours and replaces from passive list if no longer active</a:t>
          </a:r>
          <a:endParaRPr lang="en-US"/>
        </a:p>
      </dgm:t>
    </dgm:pt>
    <dgm:pt modelId="{04875343-8A6F-4773-B041-8E95D387329B}" type="parTrans" cxnId="{344A55B0-EB58-40E1-B5B0-4E8F682DDEA8}">
      <dgm:prSet/>
      <dgm:spPr/>
      <dgm:t>
        <a:bodyPr/>
        <a:lstStyle/>
        <a:p>
          <a:endParaRPr lang="en-US"/>
        </a:p>
      </dgm:t>
    </dgm:pt>
    <dgm:pt modelId="{ECCC4DCE-9F30-4D26-B4FE-73C0C4837CA8}" type="sibTrans" cxnId="{344A55B0-EB58-40E1-B5B0-4E8F682DDEA8}">
      <dgm:prSet/>
      <dgm:spPr/>
      <dgm:t>
        <a:bodyPr/>
        <a:lstStyle/>
        <a:p>
          <a:endParaRPr lang="en-US"/>
        </a:p>
      </dgm:t>
    </dgm:pt>
    <dgm:pt modelId="{C90CCC0A-6A32-436E-BC75-472AE660B877}">
      <dgm:prSet/>
      <dgm:spPr/>
      <dgm:t>
        <a:bodyPr/>
        <a:lstStyle/>
        <a:p>
          <a:r>
            <a:rPr lang="de-CH"/>
            <a:t>peers randomly exchange entries from their passive views</a:t>
          </a:r>
          <a:endParaRPr lang="en-US"/>
        </a:p>
      </dgm:t>
    </dgm:pt>
    <dgm:pt modelId="{DD4310E3-9F55-442B-9DC7-4E6248229E0F}" type="parTrans" cxnId="{4A207945-CD03-4B62-A7BF-83117132B44B}">
      <dgm:prSet/>
      <dgm:spPr/>
      <dgm:t>
        <a:bodyPr/>
        <a:lstStyle/>
        <a:p>
          <a:endParaRPr lang="en-US"/>
        </a:p>
      </dgm:t>
    </dgm:pt>
    <dgm:pt modelId="{0062DEAB-4180-47F8-9D11-6A6C2437CBD2}" type="sibTrans" cxnId="{4A207945-CD03-4B62-A7BF-83117132B44B}">
      <dgm:prSet/>
      <dgm:spPr/>
      <dgm:t>
        <a:bodyPr/>
        <a:lstStyle/>
        <a:p>
          <a:endParaRPr lang="en-US"/>
        </a:p>
      </dgm:t>
    </dgm:pt>
    <dgm:pt modelId="{6E1DD02B-5CCF-40CD-866E-D3C69C6A3E2C}" type="pres">
      <dgm:prSet presAssocID="{CD012ECF-2B94-449D-AF5D-073C28ECFE47}" presName="vert0" presStyleCnt="0">
        <dgm:presLayoutVars>
          <dgm:dir/>
          <dgm:animOne val="branch"/>
          <dgm:animLvl val="lvl"/>
        </dgm:presLayoutVars>
      </dgm:prSet>
      <dgm:spPr/>
    </dgm:pt>
    <dgm:pt modelId="{0CB1DE79-F696-4E9D-BF3C-4264AE019C27}" type="pres">
      <dgm:prSet presAssocID="{DF809DF2-A791-48A9-9DE6-1D1923C2669C}" presName="thickLine" presStyleLbl="alignNode1" presStyleIdx="0" presStyleCnt="4"/>
      <dgm:spPr/>
    </dgm:pt>
    <dgm:pt modelId="{D5FFCA39-E318-43BB-9CE5-13477781519F}" type="pres">
      <dgm:prSet presAssocID="{DF809DF2-A791-48A9-9DE6-1D1923C2669C}" presName="horz1" presStyleCnt="0"/>
      <dgm:spPr/>
    </dgm:pt>
    <dgm:pt modelId="{ED20D4CF-9F75-4B19-9562-315A9342A19F}" type="pres">
      <dgm:prSet presAssocID="{DF809DF2-A791-48A9-9DE6-1D1923C2669C}" presName="tx1" presStyleLbl="revTx" presStyleIdx="0" presStyleCnt="4"/>
      <dgm:spPr/>
    </dgm:pt>
    <dgm:pt modelId="{6AE3BC37-C61A-421B-A98B-8954C57D26D3}" type="pres">
      <dgm:prSet presAssocID="{DF809DF2-A791-48A9-9DE6-1D1923C2669C}" presName="vert1" presStyleCnt="0"/>
      <dgm:spPr/>
    </dgm:pt>
    <dgm:pt modelId="{D9DEE20D-5D44-4CC6-82CC-CA8D32379AF1}" type="pres">
      <dgm:prSet presAssocID="{4E2ABA40-A7D6-47B9-B340-AD380481782B}" presName="thickLine" presStyleLbl="alignNode1" presStyleIdx="1" presStyleCnt="4"/>
      <dgm:spPr/>
    </dgm:pt>
    <dgm:pt modelId="{8B327864-C948-4837-8EA5-77D93B4B4F14}" type="pres">
      <dgm:prSet presAssocID="{4E2ABA40-A7D6-47B9-B340-AD380481782B}" presName="horz1" presStyleCnt="0"/>
      <dgm:spPr/>
    </dgm:pt>
    <dgm:pt modelId="{7A67E103-08E8-412C-B1A5-7B3FBA5711E1}" type="pres">
      <dgm:prSet presAssocID="{4E2ABA40-A7D6-47B9-B340-AD380481782B}" presName="tx1" presStyleLbl="revTx" presStyleIdx="1" presStyleCnt="4"/>
      <dgm:spPr/>
    </dgm:pt>
    <dgm:pt modelId="{E057ACD3-ACFC-4CB2-BAC0-28305D4BBE42}" type="pres">
      <dgm:prSet presAssocID="{4E2ABA40-A7D6-47B9-B340-AD380481782B}" presName="vert1" presStyleCnt="0"/>
      <dgm:spPr/>
    </dgm:pt>
    <dgm:pt modelId="{1BF416C4-107D-4547-A5E4-D7DCC4E6E3D2}" type="pres">
      <dgm:prSet presAssocID="{578E6D0A-6F7E-4542-A8FD-915A8FE91A1A}" presName="thickLine" presStyleLbl="alignNode1" presStyleIdx="2" presStyleCnt="4"/>
      <dgm:spPr/>
    </dgm:pt>
    <dgm:pt modelId="{250B0EB3-BD38-4E35-87A0-1FA883281DD9}" type="pres">
      <dgm:prSet presAssocID="{578E6D0A-6F7E-4542-A8FD-915A8FE91A1A}" presName="horz1" presStyleCnt="0"/>
      <dgm:spPr/>
    </dgm:pt>
    <dgm:pt modelId="{2AF7646D-A802-4E41-A6CF-FF5FEAD5D141}" type="pres">
      <dgm:prSet presAssocID="{578E6D0A-6F7E-4542-A8FD-915A8FE91A1A}" presName="tx1" presStyleLbl="revTx" presStyleIdx="2" presStyleCnt="4"/>
      <dgm:spPr/>
    </dgm:pt>
    <dgm:pt modelId="{04ABD50D-ECCB-4F46-9697-0FFAA2CD2F1B}" type="pres">
      <dgm:prSet presAssocID="{578E6D0A-6F7E-4542-A8FD-915A8FE91A1A}" presName="vert1" presStyleCnt="0"/>
      <dgm:spPr/>
    </dgm:pt>
    <dgm:pt modelId="{31DEE9E0-B3F7-4BAE-B36D-65A38ADEBE04}" type="pres">
      <dgm:prSet presAssocID="{C90CCC0A-6A32-436E-BC75-472AE660B877}" presName="thickLine" presStyleLbl="alignNode1" presStyleIdx="3" presStyleCnt="4"/>
      <dgm:spPr/>
    </dgm:pt>
    <dgm:pt modelId="{E17201B9-0A56-4B83-B2CB-BF1CBB60AF51}" type="pres">
      <dgm:prSet presAssocID="{C90CCC0A-6A32-436E-BC75-472AE660B877}" presName="horz1" presStyleCnt="0"/>
      <dgm:spPr/>
    </dgm:pt>
    <dgm:pt modelId="{EE93F43C-DE13-44F6-9BBF-9C19B532277A}" type="pres">
      <dgm:prSet presAssocID="{C90CCC0A-6A32-436E-BC75-472AE660B877}" presName="tx1" presStyleLbl="revTx" presStyleIdx="3" presStyleCnt="4"/>
      <dgm:spPr/>
    </dgm:pt>
    <dgm:pt modelId="{A106485C-F425-49D6-A0F8-A447B6A64C69}" type="pres">
      <dgm:prSet presAssocID="{C90CCC0A-6A32-436E-BC75-472AE660B877}" presName="vert1" presStyleCnt="0"/>
      <dgm:spPr/>
    </dgm:pt>
  </dgm:ptLst>
  <dgm:cxnLst>
    <dgm:cxn modelId="{31690528-7F1B-4544-AB27-9778C2DB2571}" type="presOf" srcId="{578E6D0A-6F7E-4542-A8FD-915A8FE91A1A}" destId="{2AF7646D-A802-4E41-A6CF-FF5FEAD5D141}" srcOrd="0" destOrd="0" presId="urn:microsoft.com/office/officeart/2008/layout/LinedList"/>
    <dgm:cxn modelId="{81574A5F-F52B-4EF4-A12D-8E3E394EF7EF}" srcId="{CD012ECF-2B94-449D-AF5D-073C28ECFE47}" destId="{4E2ABA40-A7D6-47B9-B340-AD380481782B}" srcOrd="1" destOrd="0" parTransId="{FBAAC7AB-746C-4A41-92E2-D8D23135C0EF}" sibTransId="{CDC84A69-07A7-4D76-B42F-0428EEB15734}"/>
    <dgm:cxn modelId="{4A207945-CD03-4B62-A7BF-83117132B44B}" srcId="{CD012ECF-2B94-449D-AF5D-073C28ECFE47}" destId="{C90CCC0A-6A32-436E-BC75-472AE660B877}" srcOrd="3" destOrd="0" parTransId="{DD4310E3-9F55-442B-9DC7-4E6248229E0F}" sibTransId="{0062DEAB-4180-47F8-9D11-6A6C2437CBD2}"/>
    <dgm:cxn modelId="{50B2E850-CAB9-4D56-A1FB-DDAC5C864BCC}" type="presOf" srcId="{4E2ABA40-A7D6-47B9-B340-AD380481782B}" destId="{7A67E103-08E8-412C-B1A5-7B3FBA5711E1}" srcOrd="0" destOrd="0" presId="urn:microsoft.com/office/officeart/2008/layout/LinedList"/>
    <dgm:cxn modelId="{D3AF8C57-3689-4659-A6C9-85FAE414F40D}" srcId="{CD012ECF-2B94-449D-AF5D-073C28ECFE47}" destId="{DF809DF2-A791-48A9-9DE6-1D1923C2669C}" srcOrd="0" destOrd="0" parTransId="{DC2D09B8-4295-4113-8BD4-6ACC777F27BC}" sibTransId="{3394E033-936C-4ED3-9B56-E2D2EF95998E}"/>
    <dgm:cxn modelId="{344A55B0-EB58-40E1-B5B0-4E8F682DDEA8}" srcId="{CD012ECF-2B94-449D-AF5D-073C28ECFE47}" destId="{578E6D0A-6F7E-4542-A8FD-915A8FE91A1A}" srcOrd="2" destOrd="0" parTransId="{04875343-8A6F-4773-B041-8E95D387329B}" sibTransId="{ECCC4DCE-9F30-4D26-B4FE-73C0C4837CA8}"/>
    <dgm:cxn modelId="{50DCD0CD-A17E-4990-8323-E5B7BE8CC21F}" type="presOf" srcId="{CD012ECF-2B94-449D-AF5D-073C28ECFE47}" destId="{6E1DD02B-5CCF-40CD-866E-D3C69C6A3E2C}" srcOrd="0" destOrd="0" presId="urn:microsoft.com/office/officeart/2008/layout/LinedList"/>
    <dgm:cxn modelId="{16F869D6-C0A6-4CD5-8495-0DB1A6799AF1}" type="presOf" srcId="{C90CCC0A-6A32-436E-BC75-472AE660B877}" destId="{EE93F43C-DE13-44F6-9BBF-9C19B532277A}" srcOrd="0" destOrd="0" presId="urn:microsoft.com/office/officeart/2008/layout/LinedList"/>
    <dgm:cxn modelId="{8C5EF5FB-1046-4012-8E0A-C6CF2892D68A}" type="presOf" srcId="{DF809DF2-A791-48A9-9DE6-1D1923C2669C}" destId="{ED20D4CF-9F75-4B19-9562-315A9342A19F}" srcOrd="0" destOrd="0" presId="urn:microsoft.com/office/officeart/2008/layout/LinedList"/>
    <dgm:cxn modelId="{941A9E0C-3A07-489A-9DB8-EB55429053FE}" type="presParOf" srcId="{6E1DD02B-5CCF-40CD-866E-D3C69C6A3E2C}" destId="{0CB1DE79-F696-4E9D-BF3C-4264AE019C27}" srcOrd="0" destOrd="0" presId="urn:microsoft.com/office/officeart/2008/layout/LinedList"/>
    <dgm:cxn modelId="{ADC00220-3F97-4E65-B065-B3B9AD7E80A1}" type="presParOf" srcId="{6E1DD02B-5CCF-40CD-866E-D3C69C6A3E2C}" destId="{D5FFCA39-E318-43BB-9CE5-13477781519F}" srcOrd="1" destOrd="0" presId="urn:microsoft.com/office/officeart/2008/layout/LinedList"/>
    <dgm:cxn modelId="{A141B07C-7A96-4C0B-A8E5-B6CA236A6353}" type="presParOf" srcId="{D5FFCA39-E318-43BB-9CE5-13477781519F}" destId="{ED20D4CF-9F75-4B19-9562-315A9342A19F}" srcOrd="0" destOrd="0" presId="urn:microsoft.com/office/officeart/2008/layout/LinedList"/>
    <dgm:cxn modelId="{B9265847-94F0-4598-BF27-8AFAA0E3286C}" type="presParOf" srcId="{D5FFCA39-E318-43BB-9CE5-13477781519F}" destId="{6AE3BC37-C61A-421B-A98B-8954C57D26D3}" srcOrd="1" destOrd="0" presId="urn:microsoft.com/office/officeart/2008/layout/LinedList"/>
    <dgm:cxn modelId="{25DF84BF-9E87-4D9D-996D-F18FAD2249AC}" type="presParOf" srcId="{6E1DD02B-5CCF-40CD-866E-D3C69C6A3E2C}" destId="{D9DEE20D-5D44-4CC6-82CC-CA8D32379AF1}" srcOrd="2" destOrd="0" presId="urn:microsoft.com/office/officeart/2008/layout/LinedList"/>
    <dgm:cxn modelId="{803F8018-3C6F-47D2-B02B-52B58A31B74B}" type="presParOf" srcId="{6E1DD02B-5CCF-40CD-866E-D3C69C6A3E2C}" destId="{8B327864-C948-4837-8EA5-77D93B4B4F14}" srcOrd="3" destOrd="0" presId="urn:microsoft.com/office/officeart/2008/layout/LinedList"/>
    <dgm:cxn modelId="{8DEE173A-8541-4E87-B8D7-35B3262ADD71}" type="presParOf" srcId="{8B327864-C948-4837-8EA5-77D93B4B4F14}" destId="{7A67E103-08E8-412C-B1A5-7B3FBA5711E1}" srcOrd="0" destOrd="0" presId="urn:microsoft.com/office/officeart/2008/layout/LinedList"/>
    <dgm:cxn modelId="{4EFF3D1F-14CF-4F8E-B2BE-B4EF26534981}" type="presParOf" srcId="{8B327864-C948-4837-8EA5-77D93B4B4F14}" destId="{E057ACD3-ACFC-4CB2-BAC0-28305D4BBE42}" srcOrd="1" destOrd="0" presId="urn:microsoft.com/office/officeart/2008/layout/LinedList"/>
    <dgm:cxn modelId="{C8CFBC01-0EE2-4DEB-956D-E86BD9FCABE1}" type="presParOf" srcId="{6E1DD02B-5CCF-40CD-866E-D3C69C6A3E2C}" destId="{1BF416C4-107D-4547-A5E4-D7DCC4E6E3D2}" srcOrd="4" destOrd="0" presId="urn:microsoft.com/office/officeart/2008/layout/LinedList"/>
    <dgm:cxn modelId="{A4BCDF18-897F-4E8A-B7B9-641D2275779E}" type="presParOf" srcId="{6E1DD02B-5CCF-40CD-866E-D3C69C6A3E2C}" destId="{250B0EB3-BD38-4E35-87A0-1FA883281DD9}" srcOrd="5" destOrd="0" presId="urn:microsoft.com/office/officeart/2008/layout/LinedList"/>
    <dgm:cxn modelId="{BB43F4A9-5DCA-4C8A-A85D-12C9AFACA432}" type="presParOf" srcId="{250B0EB3-BD38-4E35-87A0-1FA883281DD9}" destId="{2AF7646D-A802-4E41-A6CF-FF5FEAD5D141}" srcOrd="0" destOrd="0" presId="urn:microsoft.com/office/officeart/2008/layout/LinedList"/>
    <dgm:cxn modelId="{08F57E45-13EC-46C9-9D81-6E354590EEDD}" type="presParOf" srcId="{250B0EB3-BD38-4E35-87A0-1FA883281DD9}" destId="{04ABD50D-ECCB-4F46-9697-0FFAA2CD2F1B}" srcOrd="1" destOrd="0" presId="urn:microsoft.com/office/officeart/2008/layout/LinedList"/>
    <dgm:cxn modelId="{B1DB4493-ECFB-41A2-B9B5-8BDA1039385B}" type="presParOf" srcId="{6E1DD02B-5CCF-40CD-866E-D3C69C6A3E2C}" destId="{31DEE9E0-B3F7-4BAE-B36D-65A38ADEBE04}" srcOrd="6" destOrd="0" presId="urn:microsoft.com/office/officeart/2008/layout/LinedList"/>
    <dgm:cxn modelId="{8C3D099E-D1D0-43DD-BA13-752852253947}" type="presParOf" srcId="{6E1DD02B-5CCF-40CD-866E-D3C69C6A3E2C}" destId="{E17201B9-0A56-4B83-B2CB-BF1CBB60AF51}" srcOrd="7" destOrd="0" presId="urn:microsoft.com/office/officeart/2008/layout/LinedList"/>
    <dgm:cxn modelId="{954AA5D0-599F-4798-9597-8FE4C7DFBEB5}" type="presParOf" srcId="{E17201B9-0A56-4B83-B2CB-BF1CBB60AF51}" destId="{EE93F43C-DE13-44F6-9BBF-9C19B532277A}" srcOrd="0" destOrd="0" presId="urn:microsoft.com/office/officeart/2008/layout/LinedList"/>
    <dgm:cxn modelId="{EA943920-D6F4-4BF9-B612-46149DCFAC4E}" type="presParOf" srcId="{E17201B9-0A56-4B83-B2CB-BF1CBB60AF51}" destId="{A106485C-F425-49D6-A0F8-A447B6A64C6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25603C-3703-451A-B468-AF0116FEA51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22E3F9E-ACF2-4843-96C6-EF050954002D}">
      <dgm:prSet/>
      <dgm:spPr/>
      <dgm:t>
        <a:bodyPr/>
        <a:lstStyle/>
        <a:p>
          <a:r>
            <a:rPr lang="de-CH"/>
            <a:t>tow gropus of neighbours:</a:t>
          </a:r>
          <a:endParaRPr lang="en-US"/>
        </a:p>
      </dgm:t>
    </dgm:pt>
    <dgm:pt modelId="{D2E61BAD-028E-4C02-80CF-EA07B3EC87B0}" type="parTrans" cxnId="{3AA180A4-C911-41E4-8C80-A9F5A412C7A9}">
      <dgm:prSet/>
      <dgm:spPr/>
      <dgm:t>
        <a:bodyPr/>
        <a:lstStyle/>
        <a:p>
          <a:endParaRPr lang="en-US"/>
        </a:p>
      </dgm:t>
    </dgm:pt>
    <dgm:pt modelId="{701E5CD3-9BFE-4A5C-8005-52E91369193D}" type="sibTrans" cxnId="{3AA180A4-C911-41E4-8C80-A9F5A412C7A9}">
      <dgm:prSet/>
      <dgm:spPr/>
      <dgm:t>
        <a:bodyPr/>
        <a:lstStyle/>
        <a:p>
          <a:endParaRPr lang="en-US"/>
        </a:p>
      </dgm:t>
    </dgm:pt>
    <dgm:pt modelId="{501A58E9-01B2-4A9A-9910-6C5F4117D643}">
      <dgm:prSet/>
      <dgm:spPr/>
      <dgm:t>
        <a:bodyPr/>
        <a:lstStyle/>
        <a:p>
          <a:r>
            <a:rPr lang="de-CH" b="1" dirty="0" err="1">
              <a:solidFill>
                <a:schemeClr val="tx1"/>
              </a:solidFill>
            </a:rPr>
            <a:t>eager</a:t>
          </a:r>
          <a:r>
            <a:rPr lang="de-CH" b="1" dirty="0">
              <a:solidFill>
                <a:schemeClr val="tx1"/>
              </a:solidFill>
            </a:rPr>
            <a:t> </a:t>
          </a:r>
          <a:r>
            <a:rPr lang="de-CH" b="1" dirty="0" err="1">
              <a:solidFill>
                <a:schemeClr val="tx1"/>
              </a:solidFill>
            </a:rPr>
            <a:t>peers</a:t>
          </a:r>
          <a:r>
            <a:rPr lang="de-CH" b="1" dirty="0">
              <a:solidFill>
                <a:schemeClr val="tx1"/>
              </a:solidFill>
            </a:rPr>
            <a:t>:</a:t>
          </a:r>
          <a:r>
            <a:rPr lang="de-CH" dirty="0">
              <a:solidFill>
                <a:schemeClr val="tx1"/>
              </a:solidFill>
            </a:rPr>
            <a:t> </a:t>
          </a:r>
          <a:r>
            <a:rPr lang="de-CH" dirty="0" err="1"/>
            <a:t>receive</a:t>
          </a:r>
          <a:r>
            <a:rPr lang="de-CH" dirty="0"/>
            <a:t> </a:t>
          </a:r>
          <a:r>
            <a:rPr lang="de-CH" dirty="0" err="1"/>
            <a:t>message</a:t>
          </a:r>
          <a:r>
            <a:rPr lang="de-CH" dirty="0"/>
            <a:t> </a:t>
          </a:r>
          <a:r>
            <a:rPr lang="de-CH" dirty="0" err="1"/>
            <a:t>immediately</a:t>
          </a:r>
          <a:endParaRPr lang="en-US" dirty="0"/>
        </a:p>
      </dgm:t>
    </dgm:pt>
    <dgm:pt modelId="{E0B81024-440E-4694-9F7B-D2E08F71DD63}" type="parTrans" cxnId="{C1F6DEE9-CD63-40AF-96B2-1ADE4579129E}">
      <dgm:prSet/>
      <dgm:spPr/>
      <dgm:t>
        <a:bodyPr/>
        <a:lstStyle/>
        <a:p>
          <a:endParaRPr lang="en-US"/>
        </a:p>
      </dgm:t>
    </dgm:pt>
    <dgm:pt modelId="{4A8EFCA2-0194-467A-9F65-68FC1B766D1F}" type="sibTrans" cxnId="{C1F6DEE9-CD63-40AF-96B2-1ADE4579129E}">
      <dgm:prSet/>
      <dgm:spPr/>
      <dgm:t>
        <a:bodyPr/>
        <a:lstStyle/>
        <a:p>
          <a:endParaRPr lang="en-US"/>
        </a:p>
      </dgm:t>
    </dgm:pt>
    <dgm:pt modelId="{F7DEDED1-A4BA-44DA-9D2A-A82385DC13B8}">
      <dgm:prSet/>
      <dgm:spPr/>
      <dgm:t>
        <a:bodyPr/>
        <a:lstStyle/>
        <a:p>
          <a:r>
            <a:rPr lang="de-CH" b="1" dirty="0" err="1">
              <a:solidFill>
                <a:schemeClr val="tx1"/>
              </a:solidFill>
            </a:rPr>
            <a:t>lazy</a:t>
          </a:r>
          <a:r>
            <a:rPr lang="de-CH" b="1" dirty="0">
              <a:solidFill>
                <a:schemeClr val="tx1"/>
              </a:solidFill>
            </a:rPr>
            <a:t> </a:t>
          </a:r>
          <a:r>
            <a:rPr lang="de-CH" b="1" dirty="0" err="1">
              <a:solidFill>
                <a:schemeClr val="tx1"/>
              </a:solidFill>
            </a:rPr>
            <a:t>peers</a:t>
          </a:r>
          <a:r>
            <a:rPr lang="de-CH" b="1" dirty="0">
              <a:solidFill>
                <a:schemeClr val="tx1"/>
              </a:solidFill>
            </a:rPr>
            <a:t>: </a:t>
          </a:r>
          <a:r>
            <a:rPr lang="de-CH" dirty="0" err="1"/>
            <a:t>only</a:t>
          </a:r>
          <a:r>
            <a:rPr lang="de-CH" dirty="0"/>
            <a:t> </a:t>
          </a:r>
          <a:r>
            <a:rPr lang="de-CH" dirty="0" err="1"/>
            <a:t>receive</a:t>
          </a:r>
          <a:r>
            <a:rPr lang="de-CH" dirty="0"/>
            <a:t> </a:t>
          </a:r>
          <a:r>
            <a:rPr lang="de-CH" dirty="0" err="1"/>
            <a:t>hash</a:t>
          </a:r>
          <a:r>
            <a:rPr lang="de-CH" dirty="0"/>
            <a:t> </a:t>
          </a:r>
          <a:r>
            <a:rPr lang="de-CH" dirty="0" err="1"/>
            <a:t>of</a:t>
          </a:r>
          <a:r>
            <a:rPr lang="de-CH" dirty="0"/>
            <a:t> </a:t>
          </a:r>
          <a:r>
            <a:rPr lang="de-CH" dirty="0" err="1"/>
            <a:t>the</a:t>
          </a:r>
          <a:r>
            <a:rPr lang="de-CH" dirty="0"/>
            <a:t> </a:t>
          </a:r>
          <a:r>
            <a:rPr lang="de-CH" dirty="0" err="1"/>
            <a:t>message</a:t>
          </a:r>
          <a:endParaRPr lang="en-US" dirty="0"/>
        </a:p>
      </dgm:t>
    </dgm:pt>
    <dgm:pt modelId="{8E6FD20E-A36F-467A-9D9B-D78A013B1DE3}" type="parTrans" cxnId="{91AD9FA8-0C8F-441D-8DF0-EB6B966EA704}">
      <dgm:prSet/>
      <dgm:spPr/>
      <dgm:t>
        <a:bodyPr/>
        <a:lstStyle/>
        <a:p>
          <a:endParaRPr lang="en-US"/>
        </a:p>
      </dgm:t>
    </dgm:pt>
    <dgm:pt modelId="{124D8E47-C54C-4C5D-BDCF-2AEBBC183452}" type="sibTrans" cxnId="{91AD9FA8-0C8F-441D-8DF0-EB6B966EA704}">
      <dgm:prSet/>
      <dgm:spPr/>
      <dgm:t>
        <a:bodyPr/>
        <a:lstStyle/>
        <a:p>
          <a:endParaRPr lang="en-US"/>
        </a:p>
      </dgm:t>
    </dgm:pt>
    <dgm:pt modelId="{0DA21604-608F-4423-BAF6-F52F4F2953E2}">
      <dgm:prSet/>
      <dgm:spPr/>
      <dgm:t>
        <a:bodyPr/>
        <a:lstStyle/>
        <a:p>
          <a:r>
            <a:rPr lang="de-CH"/>
            <a:t>advantages:</a:t>
          </a:r>
          <a:endParaRPr lang="en-US"/>
        </a:p>
      </dgm:t>
    </dgm:pt>
    <dgm:pt modelId="{5706EE27-3FEB-423A-AA70-31705F5EEC9B}" type="parTrans" cxnId="{8A4E0EA2-364D-4C7C-A0C6-FF6FF72501CC}">
      <dgm:prSet/>
      <dgm:spPr/>
      <dgm:t>
        <a:bodyPr/>
        <a:lstStyle/>
        <a:p>
          <a:endParaRPr lang="en-US"/>
        </a:p>
      </dgm:t>
    </dgm:pt>
    <dgm:pt modelId="{24E97AB7-5E54-4652-8B6D-2A574832AF1A}" type="sibTrans" cxnId="{8A4E0EA2-364D-4C7C-A0C6-FF6FF72501CC}">
      <dgm:prSet/>
      <dgm:spPr/>
      <dgm:t>
        <a:bodyPr/>
        <a:lstStyle/>
        <a:p>
          <a:endParaRPr lang="en-US"/>
        </a:p>
      </dgm:t>
    </dgm:pt>
    <dgm:pt modelId="{34448CCC-2129-4E25-8815-D21A9015C073}">
      <dgm:prSet/>
      <dgm:spPr/>
      <dgm:t>
        <a:bodyPr/>
        <a:lstStyle/>
        <a:p>
          <a:r>
            <a:rPr lang="de-CH" b="1" dirty="0">
              <a:solidFill>
                <a:schemeClr val="tx1"/>
              </a:solidFill>
            </a:rPr>
            <a:t>high </a:t>
          </a:r>
          <a:r>
            <a:rPr lang="de-CH" b="1" dirty="0" err="1">
              <a:solidFill>
                <a:schemeClr val="tx1"/>
              </a:solidFill>
            </a:rPr>
            <a:t>reliability</a:t>
          </a:r>
          <a:r>
            <a:rPr lang="de-CH" b="1" dirty="0">
              <a:solidFill>
                <a:schemeClr val="tx1"/>
              </a:solidFill>
            </a:rPr>
            <a:t>: </a:t>
          </a:r>
          <a:r>
            <a:rPr lang="de-CH" dirty="0" err="1"/>
            <a:t>every</a:t>
          </a:r>
          <a:r>
            <a:rPr lang="de-CH" dirty="0"/>
            <a:t> </a:t>
          </a:r>
          <a:r>
            <a:rPr lang="de-CH" dirty="0" err="1"/>
            <a:t>node</a:t>
          </a:r>
          <a:r>
            <a:rPr lang="de-CH" dirty="0"/>
            <a:t> </a:t>
          </a:r>
          <a:r>
            <a:rPr lang="de-CH" dirty="0" err="1"/>
            <a:t>ultimately</a:t>
          </a:r>
          <a:r>
            <a:rPr lang="de-CH" dirty="0"/>
            <a:t> </a:t>
          </a:r>
          <a:r>
            <a:rPr lang="de-CH" dirty="0" err="1"/>
            <a:t>receives</a:t>
          </a:r>
          <a:r>
            <a:rPr lang="de-CH" dirty="0"/>
            <a:t> </a:t>
          </a:r>
          <a:r>
            <a:rPr lang="de-CH" dirty="0" err="1"/>
            <a:t>every</a:t>
          </a:r>
          <a:r>
            <a:rPr lang="de-CH" dirty="0"/>
            <a:t> </a:t>
          </a:r>
          <a:r>
            <a:rPr lang="de-CH" dirty="0" err="1"/>
            <a:t>message</a:t>
          </a:r>
          <a:endParaRPr lang="en-US" dirty="0"/>
        </a:p>
      </dgm:t>
    </dgm:pt>
    <dgm:pt modelId="{AB9E2C23-1162-4308-A8C6-9D52D3D632D1}" type="parTrans" cxnId="{00F2181A-9763-4D1D-85EB-8B5EBADD2D59}">
      <dgm:prSet/>
      <dgm:spPr/>
      <dgm:t>
        <a:bodyPr/>
        <a:lstStyle/>
        <a:p>
          <a:endParaRPr lang="en-US"/>
        </a:p>
      </dgm:t>
    </dgm:pt>
    <dgm:pt modelId="{E3FABFB7-905D-4019-A3FA-348919414008}" type="sibTrans" cxnId="{00F2181A-9763-4D1D-85EB-8B5EBADD2D59}">
      <dgm:prSet/>
      <dgm:spPr/>
      <dgm:t>
        <a:bodyPr/>
        <a:lstStyle/>
        <a:p>
          <a:endParaRPr lang="en-US"/>
        </a:p>
      </dgm:t>
    </dgm:pt>
    <dgm:pt modelId="{9B94DD44-70E0-4C23-BFA0-45AD21BFCBAE}">
      <dgm:prSet/>
      <dgm:spPr/>
      <dgm:t>
        <a:bodyPr/>
        <a:lstStyle/>
        <a:p>
          <a:r>
            <a:rPr lang="de-CH" b="1" dirty="0" err="1">
              <a:solidFill>
                <a:schemeClr val="tx1"/>
              </a:solidFill>
            </a:rPr>
            <a:t>efficiency</a:t>
          </a:r>
          <a:r>
            <a:rPr lang="de-CH" b="1" dirty="0">
              <a:solidFill>
                <a:schemeClr val="tx1"/>
              </a:solidFill>
            </a:rPr>
            <a:t>:</a:t>
          </a:r>
          <a:r>
            <a:rPr lang="de-CH" dirty="0"/>
            <a:t> </a:t>
          </a:r>
          <a:r>
            <a:rPr lang="de-CH" dirty="0" err="1"/>
            <a:t>only</a:t>
          </a:r>
          <a:r>
            <a:rPr lang="de-CH" dirty="0"/>
            <a:t> a </a:t>
          </a:r>
          <a:r>
            <a:rPr lang="de-CH" dirty="0" err="1"/>
            <a:t>few</a:t>
          </a:r>
          <a:r>
            <a:rPr lang="de-CH" dirty="0"/>
            <a:t> </a:t>
          </a:r>
          <a:r>
            <a:rPr lang="de-CH" dirty="0" err="1"/>
            <a:t>messages</a:t>
          </a:r>
          <a:r>
            <a:rPr lang="de-CH" dirty="0"/>
            <a:t> </a:t>
          </a:r>
          <a:r>
            <a:rPr lang="de-CH" dirty="0" err="1"/>
            <a:t>contain</a:t>
          </a:r>
          <a:r>
            <a:rPr lang="de-CH" dirty="0"/>
            <a:t> </a:t>
          </a:r>
          <a:r>
            <a:rPr lang="de-CH" dirty="0" err="1"/>
            <a:t>the</a:t>
          </a:r>
          <a:r>
            <a:rPr lang="de-CH" dirty="0"/>
            <a:t> </a:t>
          </a:r>
          <a:r>
            <a:rPr lang="de-CH" dirty="0" err="1"/>
            <a:t>full</a:t>
          </a:r>
          <a:r>
            <a:rPr lang="de-CH" dirty="0"/>
            <a:t> </a:t>
          </a:r>
          <a:r>
            <a:rPr lang="de-CH" dirty="0" err="1"/>
            <a:t>content</a:t>
          </a:r>
          <a:endParaRPr lang="en-US" dirty="0"/>
        </a:p>
      </dgm:t>
    </dgm:pt>
    <dgm:pt modelId="{780ACAB9-DC19-4DB6-8B76-A4394B584B1E}" type="parTrans" cxnId="{132FD430-6D0F-460C-9CE4-77EC3911FEFB}">
      <dgm:prSet/>
      <dgm:spPr/>
      <dgm:t>
        <a:bodyPr/>
        <a:lstStyle/>
        <a:p>
          <a:endParaRPr lang="en-US"/>
        </a:p>
      </dgm:t>
    </dgm:pt>
    <dgm:pt modelId="{CBE6DE47-27B6-4ABF-8523-CA116FEF2262}" type="sibTrans" cxnId="{132FD430-6D0F-460C-9CE4-77EC3911FEFB}">
      <dgm:prSet/>
      <dgm:spPr/>
      <dgm:t>
        <a:bodyPr/>
        <a:lstStyle/>
        <a:p>
          <a:endParaRPr lang="en-US"/>
        </a:p>
      </dgm:t>
    </dgm:pt>
    <dgm:pt modelId="{B2D6C510-208A-46A6-A5AB-65C701FD167B}">
      <dgm:prSet/>
      <dgm:spPr/>
      <dgm:t>
        <a:bodyPr/>
        <a:lstStyle/>
        <a:p>
          <a:r>
            <a:rPr lang="de-CH" b="1" dirty="0" err="1">
              <a:solidFill>
                <a:schemeClr val="tx1"/>
              </a:solidFill>
            </a:rPr>
            <a:t>self-optimising</a:t>
          </a:r>
          <a:r>
            <a:rPr lang="de-CH" b="1" dirty="0">
              <a:solidFill>
                <a:schemeClr val="tx1"/>
              </a:solidFill>
            </a:rPr>
            <a:t>:</a:t>
          </a:r>
          <a:r>
            <a:rPr lang="de-CH" dirty="0">
              <a:solidFill>
                <a:schemeClr val="tx1"/>
              </a:solidFill>
            </a:rPr>
            <a:t> </a:t>
          </a:r>
          <a:r>
            <a:rPr lang="de-CH" dirty="0" err="1"/>
            <a:t>paths</a:t>
          </a:r>
          <a:r>
            <a:rPr lang="de-CH" dirty="0"/>
            <a:t> </a:t>
          </a:r>
          <a:r>
            <a:rPr lang="de-CH" dirty="0" err="1"/>
            <a:t>with</a:t>
          </a:r>
          <a:r>
            <a:rPr lang="de-CH" dirty="0"/>
            <a:t> </a:t>
          </a:r>
          <a:r>
            <a:rPr lang="de-CH" dirty="0" err="1"/>
            <a:t>low</a:t>
          </a:r>
          <a:r>
            <a:rPr lang="de-CH" dirty="0"/>
            <a:t> </a:t>
          </a:r>
          <a:r>
            <a:rPr lang="de-CH" dirty="0" err="1"/>
            <a:t>latency</a:t>
          </a:r>
          <a:r>
            <a:rPr lang="de-CH" dirty="0"/>
            <a:t> </a:t>
          </a:r>
          <a:r>
            <a:rPr lang="de-CH" dirty="0" err="1"/>
            <a:t>are</a:t>
          </a:r>
          <a:r>
            <a:rPr lang="de-CH" dirty="0"/>
            <a:t> </a:t>
          </a:r>
          <a:r>
            <a:rPr lang="de-CH" dirty="0" err="1"/>
            <a:t>used</a:t>
          </a:r>
          <a:r>
            <a:rPr lang="de-CH" dirty="0"/>
            <a:t> </a:t>
          </a:r>
          <a:r>
            <a:rPr lang="de-CH" dirty="0" err="1"/>
            <a:t>preferentially</a:t>
          </a:r>
          <a:endParaRPr lang="en-US" dirty="0"/>
        </a:p>
      </dgm:t>
    </dgm:pt>
    <dgm:pt modelId="{04DCBA35-FD9F-414E-A066-E2E391474A08}" type="parTrans" cxnId="{2A071CC4-FB93-4D4F-BAD7-73B33CD31DCF}">
      <dgm:prSet/>
      <dgm:spPr/>
      <dgm:t>
        <a:bodyPr/>
        <a:lstStyle/>
        <a:p>
          <a:endParaRPr lang="en-US"/>
        </a:p>
      </dgm:t>
    </dgm:pt>
    <dgm:pt modelId="{53A37E6E-D22F-4706-B46E-422D1401E41D}" type="sibTrans" cxnId="{2A071CC4-FB93-4D4F-BAD7-73B33CD31DCF}">
      <dgm:prSet/>
      <dgm:spPr/>
      <dgm:t>
        <a:bodyPr/>
        <a:lstStyle/>
        <a:p>
          <a:endParaRPr lang="en-US"/>
        </a:p>
      </dgm:t>
    </dgm:pt>
    <dgm:pt modelId="{8D4E065F-DDBD-4398-8B4B-1022E47D7AAA}" type="pres">
      <dgm:prSet presAssocID="{C725603C-3703-451A-B468-AF0116FEA510}" presName="linear" presStyleCnt="0">
        <dgm:presLayoutVars>
          <dgm:dir/>
          <dgm:animLvl val="lvl"/>
          <dgm:resizeHandles val="exact"/>
        </dgm:presLayoutVars>
      </dgm:prSet>
      <dgm:spPr/>
    </dgm:pt>
    <dgm:pt modelId="{09BEE4B4-9F4C-4889-887D-04313E7DC5B9}" type="pres">
      <dgm:prSet presAssocID="{A22E3F9E-ACF2-4843-96C6-EF050954002D}" presName="parentLin" presStyleCnt="0"/>
      <dgm:spPr/>
    </dgm:pt>
    <dgm:pt modelId="{E3093BB3-5786-4894-BB76-A54C94E54061}" type="pres">
      <dgm:prSet presAssocID="{A22E3F9E-ACF2-4843-96C6-EF050954002D}" presName="parentLeftMargin" presStyleLbl="node1" presStyleIdx="0" presStyleCnt="2"/>
      <dgm:spPr/>
    </dgm:pt>
    <dgm:pt modelId="{A03BAE0B-6C95-41A9-A469-0DC6D33BF839}" type="pres">
      <dgm:prSet presAssocID="{A22E3F9E-ACF2-4843-96C6-EF050954002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8AF45C3-73E5-4AF1-928A-CB13DC6D6E83}" type="pres">
      <dgm:prSet presAssocID="{A22E3F9E-ACF2-4843-96C6-EF050954002D}" presName="negativeSpace" presStyleCnt="0"/>
      <dgm:spPr/>
    </dgm:pt>
    <dgm:pt modelId="{D8D6CAF5-E105-4FEA-8997-8162DC4912D1}" type="pres">
      <dgm:prSet presAssocID="{A22E3F9E-ACF2-4843-96C6-EF050954002D}" presName="childText" presStyleLbl="conFgAcc1" presStyleIdx="0" presStyleCnt="2">
        <dgm:presLayoutVars>
          <dgm:bulletEnabled val="1"/>
        </dgm:presLayoutVars>
      </dgm:prSet>
      <dgm:spPr/>
    </dgm:pt>
    <dgm:pt modelId="{A4A35AD3-C731-4011-B53D-A62B6C2396BF}" type="pres">
      <dgm:prSet presAssocID="{701E5CD3-9BFE-4A5C-8005-52E91369193D}" presName="spaceBetweenRectangles" presStyleCnt="0"/>
      <dgm:spPr/>
    </dgm:pt>
    <dgm:pt modelId="{7D848880-C10F-4A36-B46D-71BF5562ACB2}" type="pres">
      <dgm:prSet presAssocID="{0DA21604-608F-4423-BAF6-F52F4F2953E2}" presName="parentLin" presStyleCnt="0"/>
      <dgm:spPr/>
    </dgm:pt>
    <dgm:pt modelId="{1D60885A-F6C6-40CC-AEC5-306B5434463B}" type="pres">
      <dgm:prSet presAssocID="{0DA21604-608F-4423-BAF6-F52F4F2953E2}" presName="parentLeftMargin" presStyleLbl="node1" presStyleIdx="0" presStyleCnt="2"/>
      <dgm:spPr/>
    </dgm:pt>
    <dgm:pt modelId="{2FC50667-8A22-4FD8-B782-9BB2F0F54C66}" type="pres">
      <dgm:prSet presAssocID="{0DA21604-608F-4423-BAF6-F52F4F2953E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2346670-44F2-44C8-8860-FCA5C84F54CF}" type="pres">
      <dgm:prSet presAssocID="{0DA21604-608F-4423-BAF6-F52F4F2953E2}" presName="negativeSpace" presStyleCnt="0"/>
      <dgm:spPr/>
    </dgm:pt>
    <dgm:pt modelId="{2657F6B5-7A03-418D-9E28-3D668979C1FD}" type="pres">
      <dgm:prSet presAssocID="{0DA21604-608F-4423-BAF6-F52F4F2953E2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0F2181A-9763-4D1D-85EB-8B5EBADD2D59}" srcId="{0DA21604-608F-4423-BAF6-F52F4F2953E2}" destId="{34448CCC-2129-4E25-8815-D21A9015C073}" srcOrd="0" destOrd="0" parTransId="{AB9E2C23-1162-4308-A8C6-9D52D3D632D1}" sibTransId="{E3FABFB7-905D-4019-A3FA-348919414008}"/>
    <dgm:cxn modelId="{B32A6420-2FE5-412A-8A67-2E1F133FB227}" type="presOf" srcId="{F7DEDED1-A4BA-44DA-9D2A-A82385DC13B8}" destId="{D8D6CAF5-E105-4FEA-8997-8162DC4912D1}" srcOrd="0" destOrd="1" presId="urn:microsoft.com/office/officeart/2005/8/layout/list1"/>
    <dgm:cxn modelId="{132FD430-6D0F-460C-9CE4-77EC3911FEFB}" srcId="{0DA21604-608F-4423-BAF6-F52F4F2953E2}" destId="{9B94DD44-70E0-4C23-BFA0-45AD21BFCBAE}" srcOrd="1" destOrd="0" parTransId="{780ACAB9-DC19-4DB6-8B76-A4394B584B1E}" sibTransId="{CBE6DE47-27B6-4ABF-8523-CA116FEF2262}"/>
    <dgm:cxn modelId="{97DA883D-45D9-4F80-AC55-37695B2A1914}" type="presOf" srcId="{C725603C-3703-451A-B468-AF0116FEA510}" destId="{8D4E065F-DDBD-4398-8B4B-1022E47D7AAA}" srcOrd="0" destOrd="0" presId="urn:microsoft.com/office/officeart/2005/8/layout/list1"/>
    <dgm:cxn modelId="{065BD769-25DD-49A8-B701-F312014C1977}" type="presOf" srcId="{501A58E9-01B2-4A9A-9910-6C5F4117D643}" destId="{D8D6CAF5-E105-4FEA-8997-8162DC4912D1}" srcOrd="0" destOrd="0" presId="urn:microsoft.com/office/officeart/2005/8/layout/list1"/>
    <dgm:cxn modelId="{00389F4B-8CE5-4596-AA46-E82826580081}" type="presOf" srcId="{34448CCC-2129-4E25-8815-D21A9015C073}" destId="{2657F6B5-7A03-418D-9E28-3D668979C1FD}" srcOrd="0" destOrd="0" presId="urn:microsoft.com/office/officeart/2005/8/layout/list1"/>
    <dgm:cxn modelId="{EDB97A82-CB9B-4142-BFDE-A9E82B160F81}" type="presOf" srcId="{0DA21604-608F-4423-BAF6-F52F4F2953E2}" destId="{1D60885A-F6C6-40CC-AEC5-306B5434463B}" srcOrd="0" destOrd="0" presId="urn:microsoft.com/office/officeart/2005/8/layout/list1"/>
    <dgm:cxn modelId="{203FAA96-1166-4EFC-AED7-C1C7EFB4A28B}" type="presOf" srcId="{A22E3F9E-ACF2-4843-96C6-EF050954002D}" destId="{E3093BB3-5786-4894-BB76-A54C94E54061}" srcOrd="0" destOrd="0" presId="urn:microsoft.com/office/officeart/2005/8/layout/list1"/>
    <dgm:cxn modelId="{8A4E0EA2-364D-4C7C-A0C6-FF6FF72501CC}" srcId="{C725603C-3703-451A-B468-AF0116FEA510}" destId="{0DA21604-608F-4423-BAF6-F52F4F2953E2}" srcOrd="1" destOrd="0" parTransId="{5706EE27-3FEB-423A-AA70-31705F5EEC9B}" sibTransId="{24E97AB7-5E54-4652-8B6D-2A574832AF1A}"/>
    <dgm:cxn modelId="{3AA180A4-C911-41E4-8C80-A9F5A412C7A9}" srcId="{C725603C-3703-451A-B468-AF0116FEA510}" destId="{A22E3F9E-ACF2-4843-96C6-EF050954002D}" srcOrd="0" destOrd="0" parTransId="{D2E61BAD-028E-4C02-80CF-EA07B3EC87B0}" sibTransId="{701E5CD3-9BFE-4A5C-8005-52E91369193D}"/>
    <dgm:cxn modelId="{91AD9FA8-0C8F-441D-8DF0-EB6B966EA704}" srcId="{A22E3F9E-ACF2-4843-96C6-EF050954002D}" destId="{F7DEDED1-A4BA-44DA-9D2A-A82385DC13B8}" srcOrd="1" destOrd="0" parTransId="{8E6FD20E-A36F-467A-9D9B-D78A013B1DE3}" sibTransId="{124D8E47-C54C-4C5D-BDCF-2AEBBC183452}"/>
    <dgm:cxn modelId="{16690BC0-1096-4F07-BEE4-BFD8F4F83B89}" type="presOf" srcId="{9B94DD44-70E0-4C23-BFA0-45AD21BFCBAE}" destId="{2657F6B5-7A03-418D-9E28-3D668979C1FD}" srcOrd="0" destOrd="1" presId="urn:microsoft.com/office/officeart/2005/8/layout/list1"/>
    <dgm:cxn modelId="{2A071CC4-FB93-4D4F-BAD7-73B33CD31DCF}" srcId="{0DA21604-608F-4423-BAF6-F52F4F2953E2}" destId="{B2D6C510-208A-46A6-A5AB-65C701FD167B}" srcOrd="2" destOrd="0" parTransId="{04DCBA35-FD9F-414E-A066-E2E391474A08}" sibTransId="{53A37E6E-D22F-4706-B46E-422D1401E41D}"/>
    <dgm:cxn modelId="{C9B62FC8-281A-4672-A829-18A85ADD6411}" type="presOf" srcId="{B2D6C510-208A-46A6-A5AB-65C701FD167B}" destId="{2657F6B5-7A03-418D-9E28-3D668979C1FD}" srcOrd="0" destOrd="2" presId="urn:microsoft.com/office/officeart/2005/8/layout/list1"/>
    <dgm:cxn modelId="{633399C9-1D0C-4E83-B590-8AA095861F3B}" type="presOf" srcId="{A22E3F9E-ACF2-4843-96C6-EF050954002D}" destId="{A03BAE0B-6C95-41A9-A469-0DC6D33BF839}" srcOrd="1" destOrd="0" presId="urn:microsoft.com/office/officeart/2005/8/layout/list1"/>
    <dgm:cxn modelId="{C1F6DEE9-CD63-40AF-96B2-1ADE4579129E}" srcId="{A22E3F9E-ACF2-4843-96C6-EF050954002D}" destId="{501A58E9-01B2-4A9A-9910-6C5F4117D643}" srcOrd="0" destOrd="0" parTransId="{E0B81024-440E-4694-9F7B-D2E08F71DD63}" sibTransId="{4A8EFCA2-0194-467A-9F65-68FC1B766D1F}"/>
    <dgm:cxn modelId="{EA1619FB-9114-4579-BACF-0B7F926B59C6}" type="presOf" srcId="{0DA21604-608F-4423-BAF6-F52F4F2953E2}" destId="{2FC50667-8A22-4FD8-B782-9BB2F0F54C66}" srcOrd="1" destOrd="0" presId="urn:microsoft.com/office/officeart/2005/8/layout/list1"/>
    <dgm:cxn modelId="{0DB89709-FD9C-49C3-9EF6-D0400A2CCFAE}" type="presParOf" srcId="{8D4E065F-DDBD-4398-8B4B-1022E47D7AAA}" destId="{09BEE4B4-9F4C-4889-887D-04313E7DC5B9}" srcOrd="0" destOrd="0" presId="urn:microsoft.com/office/officeart/2005/8/layout/list1"/>
    <dgm:cxn modelId="{5081FA3B-3830-4DDF-9482-43FEE310CB41}" type="presParOf" srcId="{09BEE4B4-9F4C-4889-887D-04313E7DC5B9}" destId="{E3093BB3-5786-4894-BB76-A54C94E54061}" srcOrd="0" destOrd="0" presId="urn:microsoft.com/office/officeart/2005/8/layout/list1"/>
    <dgm:cxn modelId="{9D7CBB8F-31DA-4951-A9FB-19EF0B72DD27}" type="presParOf" srcId="{09BEE4B4-9F4C-4889-887D-04313E7DC5B9}" destId="{A03BAE0B-6C95-41A9-A469-0DC6D33BF839}" srcOrd="1" destOrd="0" presId="urn:microsoft.com/office/officeart/2005/8/layout/list1"/>
    <dgm:cxn modelId="{953BBDB9-510F-4D92-A8EA-6DAE3EE587FB}" type="presParOf" srcId="{8D4E065F-DDBD-4398-8B4B-1022E47D7AAA}" destId="{48AF45C3-73E5-4AF1-928A-CB13DC6D6E83}" srcOrd="1" destOrd="0" presId="urn:microsoft.com/office/officeart/2005/8/layout/list1"/>
    <dgm:cxn modelId="{C8C9C007-FCB8-4903-86E6-1D2F0BE9798A}" type="presParOf" srcId="{8D4E065F-DDBD-4398-8B4B-1022E47D7AAA}" destId="{D8D6CAF5-E105-4FEA-8997-8162DC4912D1}" srcOrd="2" destOrd="0" presId="urn:microsoft.com/office/officeart/2005/8/layout/list1"/>
    <dgm:cxn modelId="{B5863CBE-E9EC-4C93-B569-0152318358D5}" type="presParOf" srcId="{8D4E065F-DDBD-4398-8B4B-1022E47D7AAA}" destId="{A4A35AD3-C731-4011-B53D-A62B6C2396BF}" srcOrd="3" destOrd="0" presId="urn:microsoft.com/office/officeart/2005/8/layout/list1"/>
    <dgm:cxn modelId="{A3AC021B-C008-4616-BF6D-96FA4DAE8ABC}" type="presParOf" srcId="{8D4E065F-DDBD-4398-8B4B-1022E47D7AAA}" destId="{7D848880-C10F-4A36-B46D-71BF5562ACB2}" srcOrd="4" destOrd="0" presId="urn:microsoft.com/office/officeart/2005/8/layout/list1"/>
    <dgm:cxn modelId="{3081098F-6456-4F9E-82F5-2A328BC66C8B}" type="presParOf" srcId="{7D848880-C10F-4A36-B46D-71BF5562ACB2}" destId="{1D60885A-F6C6-40CC-AEC5-306B5434463B}" srcOrd="0" destOrd="0" presId="urn:microsoft.com/office/officeart/2005/8/layout/list1"/>
    <dgm:cxn modelId="{1AE366A6-67F8-4946-BAC5-D3ED6B2F5D22}" type="presParOf" srcId="{7D848880-C10F-4A36-B46D-71BF5562ACB2}" destId="{2FC50667-8A22-4FD8-B782-9BB2F0F54C66}" srcOrd="1" destOrd="0" presId="urn:microsoft.com/office/officeart/2005/8/layout/list1"/>
    <dgm:cxn modelId="{C9F2A9B6-F9EF-425A-BCEB-DE97FB87B26E}" type="presParOf" srcId="{8D4E065F-DDBD-4398-8B4B-1022E47D7AAA}" destId="{22346670-44F2-44C8-8860-FCA5C84F54CF}" srcOrd="5" destOrd="0" presId="urn:microsoft.com/office/officeart/2005/8/layout/list1"/>
    <dgm:cxn modelId="{1D573D23-64EB-4B93-9ACC-3EAD5F72BCDC}" type="presParOf" srcId="{8D4E065F-DDBD-4398-8B4B-1022E47D7AAA}" destId="{2657F6B5-7A03-418D-9E28-3D668979C1F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88A08E-2ED0-41B3-BEF1-B3ECD8E89FE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76C4FF6-F10A-4BBD-902C-0447489EA85E}">
      <dgm:prSet/>
      <dgm:spPr/>
      <dgm:t>
        <a:bodyPr/>
        <a:lstStyle/>
        <a:p>
          <a:pPr>
            <a:lnSpc>
              <a:spcPct val="100000"/>
            </a:lnSpc>
          </a:pPr>
          <a:r>
            <a:rPr lang="de-CH" b="1" dirty="0" err="1">
              <a:latin typeface="Consolas" panose="020B0609020204030204" pitchFamily="49" charset="0"/>
            </a:rPr>
            <a:t>big_hyparview</a:t>
          </a:r>
          <a:r>
            <a:rPr lang="de-CH" b="1" dirty="0">
              <a:latin typeface="Consolas" panose="020B0609020204030204" pitchFamily="49" charset="0"/>
            </a:rPr>
            <a:t>:</a:t>
          </a:r>
          <a:r>
            <a:rPr lang="de-CH" dirty="0"/>
            <a:t> </a:t>
          </a:r>
          <a:r>
            <a:rPr lang="de-CH" dirty="0" err="1"/>
            <a:t>checks</a:t>
          </a:r>
          <a:r>
            <a:rPr lang="de-CH" dirty="0"/>
            <a:t> </a:t>
          </a:r>
          <a:r>
            <a:rPr lang="de-CH" dirty="0" err="1"/>
            <a:t>whether</a:t>
          </a:r>
          <a:r>
            <a:rPr lang="de-CH" dirty="0"/>
            <a:t> all </a:t>
          </a:r>
          <a:r>
            <a:rPr lang="de-CH" dirty="0" err="1"/>
            <a:t>peers</a:t>
          </a:r>
          <a:r>
            <a:rPr lang="de-CH" dirty="0"/>
            <a:t> </a:t>
          </a:r>
          <a:r>
            <a:rPr lang="de-CH" dirty="0" err="1"/>
            <a:t>have</a:t>
          </a:r>
          <a:r>
            <a:rPr lang="de-CH" dirty="0"/>
            <a:t> </a:t>
          </a:r>
          <a:r>
            <a:rPr lang="de-CH" dirty="0" err="1"/>
            <a:t>neighbours</a:t>
          </a:r>
          <a:r>
            <a:rPr lang="de-CH" dirty="0"/>
            <a:t> after </a:t>
          </a:r>
          <a:r>
            <a:rPr lang="de-CH" dirty="0" err="1"/>
            <a:t>bootstrap</a:t>
          </a:r>
          <a:endParaRPr lang="en-US" dirty="0"/>
        </a:p>
      </dgm:t>
    </dgm:pt>
    <dgm:pt modelId="{E29D730E-EA41-4F57-9FAD-4DA2A31A0CB6}" type="parTrans" cxnId="{38D8DFE2-CCEA-4D0B-A395-7DEDEFA873CF}">
      <dgm:prSet/>
      <dgm:spPr/>
      <dgm:t>
        <a:bodyPr/>
        <a:lstStyle/>
        <a:p>
          <a:endParaRPr lang="en-US"/>
        </a:p>
      </dgm:t>
    </dgm:pt>
    <dgm:pt modelId="{BF02E006-E7A3-41C9-B9F0-F784EAB28967}" type="sibTrans" cxnId="{38D8DFE2-CCEA-4D0B-A395-7DEDEFA873CF}">
      <dgm:prSet/>
      <dgm:spPr/>
      <dgm:t>
        <a:bodyPr/>
        <a:lstStyle/>
        <a:p>
          <a:endParaRPr lang="en-US"/>
        </a:p>
      </dgm:t>
    </dgm:pt>
    <dgm:pt modelId="{1D22D7C1-D172-468C-86C4-E7A0D4467764}">
      <dgm:prSet/>
      <dgm:spPr/>
      <dgm:t>
        <a:bodyPr/>
        <a:lstStyle/>
        <a:p>
          <a:pPr>
            <a:lnSpc>
              <a:spcPct val="100000"/>
            </a:lnSpc>
          </a:pPr>
          <a:r>
            <a:rPr lang="de-CH" b="1" dirty="0" err="1">
              <a:latin typeface="Consolas" panose="020B0609020204030204" pitchFamily="49" charset="0"/>
            </a:rPr>
            <a:t>big_single_sender</a:t>
          </a:r>
          <a:r>
            <a:rPr lang="de-CH" b="1" dirty="0">
              <a:latin typeface="Consolas" panose="020B0609020204030204" pitchFamily="49" charset="0"/>
            </a:rPr>
            <a:t>:</a:t>
          </a:r>
          <a:r>
            <a:rPr lang="de-CH" dirty="0"/>
            <a:t> </a:t>
          </a:r>
          <a:r>
            <a:rPr lang="de-CH" dirty="0" err="1"/>
            <a:t>measures</a:t>
          </a:r>
          <a:r>
            <a:rPr lang="de-CH" dirty="0"/>
            <a:t> </a:t>
          </a:r>
          <a:r>
            <a:rPr lang="de-CH" dirty="0" err="1"/>
            <a:t>delivery</a:t>
          </a:r>
          <a:r>
            <a:rPr lang="de-CH" dirty="0"/>
            <a:t> rate, </a:t>
          </a:r>
          <a:r>
            <a:rPr lang="de-CH" dirty="0" err="1"/>
            <a:t>duplicates</a:t>
          </a:r>
          <a:r>
            <a:rPr lang="de-CH" dirty="0"/>
            <a:t>, </a:t>
          </a:r>
          <a:r>
            <a:rPr lang="de-CH" dirty="0" err="1"/>
            <a:t>efficiency</a:t>
          </a:r>
          <a:endParaRPr lang="en-US" dirty="0"/>
        </a:p>
      </dgm:t>
    </dgm:pt>
    <dgm:pt modelId="{7F84130D-1648-4614-ABCA-029E3C23B4A5}" type="parTrans" cxnId="{4DFB8E8B-1044-4F4E-94BC-4805E3A8E6F7}">
      <dgm:prSet/>
      <dgm:spPr/>
      <dgm:t>
        <a:bodyPr/>
        <a:lstStyle/>
        <a:p>
          <a:endParaRPr lang="en-US"/>
        </a:p>
      </dgm:t>
    </dgm:pt>
    <dgm:pt modelId="{9889541F-C35D-4464-8846-D2E95FA467FD}" type="sibTrans" cxnId="{4DFB8E8B-1044-4F4E-94BC-4805E3A8E6F7}">
      <dgm:prSet/>
      <dgm:spPr/>
      <dgm:t>
        <a:bodyPr/>
        <a:lstStyle/>
        <a:p>
          <a:endParaRPr lang="en-US"/>
        </a:p>
      </dgm:t>
    </dgm:pt>
    <dgm:pt modelId="{C7571C9C-8F9E-4EE6-AC3C-72C3496FC97E}">
      <dgm:prSet/>
      <dgm:spPr/>
      <dgm:t>
        <a:bodyPr/>
        <a:lstStyle/>
        <a:p>
          <a:pPr>
            <a:lnSpc>
              <a:spcPct val="100000"/>
            </a:lnSpc>
          </a:pPr>
          <a:r>
            <a:rPr lang="de-CH" b="1" dirty="0" err="1">
              <a:latin typeface="Consolas" panose="020B0609020204030204" pitchFamily="49" charset="0"/>
            </a:rPr>
            <a:t>big_multiple_sender</a:t>
          </a:r>
          <a:r>
            <a:rPr lang="de-CH" b="1" dirty="0">
              <a:latin typeface="Consolas" panose="020B0609020204030204" pitchFamily="49" charset="0"/>
            </a:rPr>
            <a:t>:</a:t>
          </a:r>
          <a:r>
            <a:rPr lang="de-CH" dirty="0"/>
            <a:t> stress </a:t>
          </a:r>
          <a:r>
            <a:rPr lang="de-CH" dirty="0" err="1"/>
            <a:t>test</a:t>
          </a:r>
          <a:r>
            <a:rPr lang="de-CH" dirty="0"/>
            <a:t>, </a:t>
          </a:r>
          <a:r>
            <a:rPr lang="de-CH" dirty="0" err="1"/>
            <a:t>measures</a:t>
          </a:r>
          <a:r>
            <a:rPr lang="de-CH" dirty="0"/>
            <a:t> </a:t>
          </a:r>
          <a:r>
            <a:rPr lang="de-CH" dirty="0" err="1"/>
            <a:t>propagation</a:t>
          </a:r>
          <a:r>
            <a:rPr lang="de-CH" dirty="0"/>
            <a:t> and </a:t>
          </a:r>
          <a:r>
            <a:rPr lang="de-CH" dirty="0" err="1"/>
            <a:t>deduplication</a:t>
          </a:r>
          <a:endParaRPr lang="en-US" dirty="0"/>
        </a:p>
      </dgm:t>
    </dgm:pt>
    <dgm:pt modelId="{EF36E241-B97C-4553-A66A-D2634387543C}" type="parTrans" cxnId="{E6A89BB3-DB98-46D1-9476-C0B4B6B115CF}">
      <dgm:prSet/>
      <dgm:spPr/>
      <dgm:t>
        <a:bodyPr/>
        <a:lstStyle/>
        <a:p>
          <a:endParaRPr lang="en-US"/>
        </a:p>
      </dgm:t>
    </dgm:pt>
    <dgm:pt modelId="{D04D758B-030D-49C5-A1B1-9FE0D1F92724}" type="sibTrans" cxnId="{E6A89BB3-DB98-46D1-9476-C0B4B6B115CF}">
      <dgm:prSet/>
      <dgm:spPr/>
      <dgm:t>
        <a:bodyPr/>
        <a:lstStyle/>
        <a:p>
          <a:endParaRPr lang="en-US"/>
        </a:p>
      </dgm:t>
    </dgm:pt>
    <dgm:pt modelId="{E0878CFB-7DCC-4102-A2A8-402DA4728811}">
      <dgm:prSet/>
      <dgm:spPr/>
      <dgm:t>
        <a:bodyPr/>
        <a:lstStyle/>
        <a:p>
          <a:pPr>
            <a:lnSpc>
              <a:spcPct val="100000"/>
            </a:lnSpc>
          </a:pPr>
          <a:r>
            <a:rPr lang="de-CH" b="1" dirty="0" err="1">
              <a:latin typeface="Consolas" panose="020B0609020204030204" pitchFamily="49" charset="0"/>
            </a:rPr>
            <a:t>big_burst</a:t>
          </a:r>
          <a:r>
            <a:rPr lang="de-CH" b="1" dirty="0">
              <a:latin typeface="Consolas" panose="020B0609020204030204" pitchFamily="49" charset="0"/>
            </a:rPr>
            <a:t>:</a:t>
          </a:r>
          <a:r>
            <a:rPr lang="de-CH" dirty="0"/>
            <a:t> </a:t>
          </a:r>
          <a:r>
            <a:rPr lang="de-CH" dirty="0" err="1"/>
            <a:t>each</a:t>
          </a:r>
          <a:r>
            <a:rPr lang="de-CH" dirty="0"/>
            <a:t> </a:t>
          </a:r>
          <a:r>
            <a:rPr lang="de-CH" dirty="0" err="1"/>
            <a:t>peer</a:t>
          </a:r>
          <a:r>
            <a:rPr lang="de-CH" dirty="0"/>
            <a:t> </a:t>
          </a:r>
          <a:r>
            <a:rPr lang="de-CH" dirty="0" err="1"/>
            <a:t>sends</a:t>
          </a:r>
          <a:r>
            <a:rPr lang="de-CH" dirty="0"/>
            <a:t> </a:t>
          </a:r>
          <a:r>
            <a:rPr lang="de-CH" dirty="0" err="1"/>
            <a:t>many</a:t>
          </a:r>
          <a:r>
            <a:rPr lang="de-CH" dirty="0"/>
            <a:t> </a:t>
          </a:r>
          <a:r>
            <a:rPr lang="de-CH" dirty="0" err="1"/>
            <a:t>messages</a:t>
          </a:r>
          <a:r>
            <a:rPr lang="de-CH" dirty="0"/>
            <a:t>; </a:t>
          </a:r>
          <a:r>
            <a:rPr lang="de-CH" dirty="0" err="1"/>
            <a:t>measures</a:t>
          </a:r>
          <a:r>
            <a:rPr lang="de-CH" dirty="0"/>
            <a:t> </a:t>
          </a:r>
          <a:r>
            <a:rPr lang="de-CH" dirty="0" err="1"/>
            <a:t>scalability</a:t>
          </a:r>
          <a:r>
            <a:rPr lang="de-CH" dirty="0"/>
            <a:t> and </a:t>
          </a:r>
          <a:r>
            <a:rPr lang="de-CH" dirty="0" err="1"/>
            <a:t>performance</a:t>
          </a:r>
          <a:r>
            <a:rPr lang="de-CH" dirty="0"/>
            <a:t> </a:t>
          </a:r>
          <a:r>
            <a:rPr lang="de-CH" dirty="0" err="1"/>
            <a:t>under</a:t>
          </a:r>
          <a:r>
            <a:rPr lang="de-CH" dirty="0"/>
            <a:t> high </a:t>
          </a:r>
          <a:r>
            <a:rPr lang="de-CH" dirty="0" err="1"/>
            <a:t>load</a:t>
          </a:r>
          <a:endParaRPr lang="en-US" dirty="0"/>
        </a:p>
      </dgm:t>
    </dgm:pt>
    <dgm:pt modelId="{94C38193-4F93-4BF9-9B51-342F178EFFFF}" type="parTrans" cxnId="{69F1C657-AFB5-4316-9348-2D1FC72ACCA8}">
      <dgm:prSet/>
      <dgm:spPr/>
      <dgm:t>
        <a:bodyPr/>
        <a:lstStyle/>
        <a:p>
          <a:endParaRPr lang="en-US"/>
        </a:p>
      </dgm:t>
    </dgm:pt>
    <dgm:pt modelId="{63FA25EE-38EE-45D6-B75D-9C14D6F6D1EF}" type="sibTrans" cxnId="{69F1C657-AFB5-4316-9348-2D1FC72ACCA8}">
      <dgm:prSet/>
      <dgm:spPr/>
      <dgm:t>
        <a:bodyPr/>
        <a:lstStyle/>
        <a:p>
          <a:endParaRPr lang="en-US"/>
        </a:p>
      </dgm:t>
    </dgm:pt>
    <dgm:pt modelId="{8983032A-480C-4C2D-B292-B065DB54D527}" type="pres">
      <dgm:prSet presAssocID="{F488A08E-2ED0-41B3-BEF1-B3ECD8E89FE7}" presName="root" presStyleCnt="0">
        <dgm:presLayoutVars>
          <dgm:dir/>
          <dgm:resizeHandles val="exact"/>
        </dgm:presLayoutVars>
      </dgm:prSet>
      <dgm:spPr/>
    </dgm:pt>
    <dgm:pt modelId="{102B57D4-F89E-42B1-BCBC-1A93FB039106}" type="pres">
      <dgm:prSet presAssocID="{076C4FF6-F10A-4BBD-902C-0447489EA85E}" presName="compNode" presStyleCnt="0"/>
      <dgm:spPr/>
    </dgm:pt>
    <dgm:pt modelId="{842F2192-BB41-43BA-9FE2-D2F027BC22EC}" type="pres">
      <dgm:prSet presAssocID="{076C4FF6-F10A-4BBD-902C-0447489EA85E}" presName="bgRect" presStyleLbl="bgShp" presStyleIdx="0" presStyleCnt="4"/>
      <dgm:spPr/>
    </dgm:pt>
    <dgm:pt modelId="{364E5D82-BFFF-4722-9C00-D9BE3C7543F1}" type="pres">
      <dgm:prSet presAssocID="{076C4FF6-F10A-4BBD-902C-0447489EA85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BFAC290D-CAED-4802-8EA2-3F864EE21FC1}" type="pres">
      <dgm:prSet presAssocID="{076C4FF6-F10A-4BBD-902C-0447489EA85E}" presName="spaceRect" presStyleCnt="0"/>
      <dgm:spPr/>
    </dgm:pt>
    <dgm:pt modelId="{212FDF14-0609-4BC0-8A14-880B05230CF1}" type="pres">
      <dgm:prSet presAssocID="{076C4FF6-F10A-4BBD-902C-0447489EA85E}" presName="parTx" presStyleLbl="revTx" presStyleIdx="0" presStyleCnt="4">
        <dgm:presLayoutVars>
          <dgm:chMax val="0"/>
          <dgm:chPref val="0"/>
        </dgm:presLayoutVars>
      </dgm:prSet>
      <dgm:spPr/>
    </dgm:pt>
    <dgm:pt modelId="{36505E64-3AD2-4F3B-AAED-FDED665E1B86}" type="pres">
      <dgm:prSet presAssocID="{BF02E006-E7A3-41C9-B9F0-F784EAB28967}" presName="sibTrans" presStyleCnt="0"/>
      <dgm:spPr/>
    </dgm:pt>
    <dgm:pt modelId="{9C88075B-4AEE-4291-B03A-EC0D7BB21007}" type="pres">
      <dgm:prSet presAssocID="{1D22D7C1-D172-468C-86C4-E7A0D4467764}" presName="compNode" presStyleCnt="0"/>
      <dgm:spPr/>
    </dgm:pt>
    <dgm:pt modelId="{F73CD4C6-596E-4755-9ACC-83EE8DF4BB3F}" type="pres">
      <dgm:prSet presAssocID="{1D22D7C1-D172-468C-86C4-E7A0D4467764}" presName="bgRect" presStyleLbl="bgShp" presStyleIdx="1" presStyleCnt="4"/>
      <dgm:spPr/>
    </dgm:pt>
    <dgm:pt modelId="{72A56E02-B8E7-4390-BF2B-477B09FD7DCA}" type="pres">
      <dgm:prSet presAssocID="{1D22D7C1-D172-468C-86C4-E7A0D446776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3022578C-C7AE-4C3B-B0C1-D5DF05B3222B}" type="pres">
      <dgm:prSet presAssocID="{1D22D7C1-D172-468C-86C4-E7A0D4467764}" presName="spaceRect" presStyleCnt="0"/>
      <dgm:spPr/>
    </dgm:pt>
    <dgm:pt modelId="{E98836AF-CCDF-44CD-86AE-DC75AA85A2AB}" type="pres">
      <dgm:prSet presAssocID="{1D22D7C1-D172-468C-86C4-E7A0D4467764}" presName="parTx" presStyleLbl="revTx" presStyleIdx="1" presStyleCnt="4">
        <dgm:presLayoutVars>
          <dgm:chMax val="0"/>
          <dgm:chPref val="0"/>
        </dgm:presLayoutVars>
      </dgm:prSet>
      <dgm:spPr/>
    </dgm:pt>
    <dgm:pt modelId="{5EDC2DC8-5889-41E9-9E3F-429CFB68EDD2}" type="pres">
      <dgm:prSet presAssocID="{9889541F-C35D-4464-8846-D2E95FA467FD}" presName="sibTrans" presStyleCnt="0"/>
      <dgm:spPr/>
    </dgm:pt>
    <dgm:pt modelId="{BCB6A00A-B049-4CC3-99FC-38A1B25994C9}" type="pres">
      <dgm:prSet presAssocID="{C7571C9C-8F9E-4EE6-AC3C-72C3496FC97E}" presName="compNode" presStyleCnt="0"/>
      <dgm:spPr/>
    </dgm:pt>
    <dgm:pt modelId="{1632065F-E537-4FFE-92EC-796F487C4B8F}" type="pres">
      <dgm:prSet presAssocID="{C7571C9C-8F9E-4EE6-AC3C-72C3496FC97E}" presName="bgRect" presStyleLbl="bgShp" presStyleIdx="2" presStyleCnt="4"/>
      <dgm:spPr/>
    </dgm:pt>
    <dgm:pt modelId="{3BD8F222-573C-47E4-8491-BA4EADC23D4B}" type="pres">
      <dgm:prSet presAssocID="{C7571C9C-8F9E-4EE6-AC3C-72C3496FC97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267C0CC5-AB48-42A9-84F5-BD056E53C32C}" type="pres">
      <dgm:prSet presAssocID="{C7571C9C-8F9E-4EE6-AC3C-72C3496FC97E}" presName="spaceRect" presStyleCnt="0"/>
      <dgm:spPr/>
    </dgm:pt>
    <dgm:pt modelId="{BECF3093-79C2-4D93-A650-B221A412B022}" type="pres">
      <dgm:prSet presAssocID="{C7571C9C-8F9E-4EE6-AC3C-72C3496FC97E}" presName="parTx" presStyleLbl="revTx" presStyleIdx="2" presStyleCnt="4">
        <dgm:presLayoutVars>
          <dgm:chMax val="0"/>
          <dgm:chPref val="0"/>
        </dgm:presLayoutVars>
      </dgm:prSet>
      <dgm:spPr/>
    </dgm:pt>
    <dgm:pt modelId="{805C5CB5-AFDD-4552-88B4-D76BA5ED9DFE}" type="pres">
      <dgm:prSet presAssocID="{D04D758B-030D-49C5-A1B1-9FE0D1F92724}" presName="sibTrans" presStyleCnt="0"/>
      <dgm:spPr/>
    </dgm:pt>
    <dgm:pt modelId="{DEDF6F28-9999-4BC0-AC92-3E526B583D5F}" type="pres">
      <dgm:prSet presAssocID="{E0878CFB-7DCC-4102-A2A8-402DA4728811}" presName="compNode" presStyleCnt="0"/>
      <dgm:spPr/>
    </dgm:pt>
    <dgm:pt modelId="{A7E929D6-6377-4C72-A5B2-3EE654381982}" type="pres">
      <dgm:prSet presAssocID="{E0878CFB-7DCC-4102-A2A8-402DA4728811}" presName="bgRect" presStyleLbl="bgShp" presStyleIdx="3" presStyleCnt="4"/>
      <dgm:spPr/>
    </dgm:pt>
    <dgm:pt modelId="{24425643-867C-42AA-A0C0-BAF7912247DC}" type="pres">
      <dgm:prSet presAssocID="{E0878CFB-7DCC-4102-A2A8-402DA472881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E2348F81-1896-4716-8D11-79B0DC891897}" type="pres">
      <dgm:prSet presAssocID="{E0878CFB-7DCC-4102-A2A8-402DA4728811}" presName="spaceRect" presStyleCnt="0"/>
      <dgm:spPr/>
    </dgm:pt>
    <dgm:pt modelId="{BDFD7C48-BBFE-4B43-9AEF-1D4CA0BEBDC0}" type="pres">
      <dgm:prSet presAssocID="{E0878CFB-7DCC-4102-A2A8-402DA472881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382EF12-C351-4AD3-95A1-DB762D7C1E0B}" type="presOf" srcId="{1D22D7C1-D172-468C-86C4-E7A0D4467764}" destId="{E98836AF-CCDF-44CD-86AE-DC75AA85A2AB}" srcOrd="0" destOrd="0" presId="urn:microsoft.com/office/officeart/2018/2/layout/IconVerticalSolidList"/>
    <dgm:cxn modelId="{69F1C657-AFB5-4316-9348-2D1FC72ACCA8}" srcId="{F488A08E-2ED0-41B3-BEF1-B3ECD8E89FE7}" destId="{E0878CFB-7DCC-4102-A2A8-402DA4728811}" srcOrd="3" destOrd="0" parTransId="{94C38193-4F93-4BF9-9B51-342F178EFFFF}" sibTransId="{63FA25EE-38EE-45D6-B75D-9C14D6F6D1EF}"/>
    <dgm:cxn modelId="{B4537681-8BC6-42B2-8044-C12B809F7243}" type="presOf" srcId="{F488A08E-2ED0-41B3-BEF1-B3ECD8E89FE7}" destId="{8983032A-480C-4C2D-B292-B065DB54D527}" srcOrd="0" destOrd="0" presId="urn:microsoft.com/office/officeart/2018/2/layout/IconVerticalSolidList"/>
    <dgm:cxn modelId="{4DFB8E8B-1044-4F4E-94BC-4805E3A8E6F7}" srcId="{F488A08E-2ED0-41B3-BEF1-B3ECD8E89FE7}" destId="{1D22D7C1-D172-468C-86C4-E7A0D4467764}" srcOrd="1" destOrd="0" parTransId="{7F84130D-1648-4614-ABCA-029E3C23B4A5}" sibTransId="{9889541F-C35D-4464-8846-D2E95FA467FD}"/>
    <dgm:cxn modelId="{E6A89BB3-DB98-46D1-9476-C0B4B6B115CF}" srcId="{F488A08E-2ED0-41B3-BEF1-B3ECD8E89FE7}" destId="{C7571C9C-8F9E-4EE6-AC3C-72C3496FC97E}" srcOrd="2" destOrd="0" parTransId="{EF36E241-B97C-4553-A66A-D2634387543C}" sibTransId="{D04D758B-030D-49C5-A1B1-9FE0D1F92724}"/>
    <dgm:cxn modelId="{B32F2CD0-E750-43C7-B245-FDF21141F1FB}" type="presOf" srcId="{076C4FF6-F10A-4BBD-902C-0447489EA85E}" destId="{212FDF14-0609-4BC0-8A14-880B05230CF1}" srcOrd="0" destOrd="0" presId="urn:microsoft.com/office/officeart/2018/2/layout/IconVerticalSolidList"/>
    <dgm:cxn modelId="{38D8DFE2-CCEA-4D0B-A395-7DEDEFA873CF}" srcId="{F488A08E-2ED0-41B3-BEF1-B3ECD8E89FE7}" destId="{076C4FF6-F10A-4BBD-902C-0447489EA85E}" srcOrd="0" destOrd="0" parTransId="{E29D730E-EA41-4F57-9FAD-4DA2A31A0CB6}" sibTransId="{BF02E006-E7A3-41C9-B9F0-F784EAB28967}"/>
    <dgm:cxn modelId="{B2700CE7-057F-421A-8D96-F29899E46E53}" type="presOf" srcId="{C7571C9C-8F9E-4EE6-AC3C-72C3496FC97E}" destId="{BECF3093-79C2-4D93-A650-B221A412B022}" srcOrd="0" destOrd="0" presId="urn:microsoft.com/office/officeart/2018/2/layout/IconVerticalSolidList"/>
    <dgm:cxn modelId="{4F098FF0-2C6D-4F81-904E-89568FF0F567}" type="presOf" srcId="{E0878CFB-7DCC-4102-A2A8-402DA4728811}" destId="{BDFD7C48-BBFE-4B43-9AEF-1D4CA0BEBDC0}" srcOrd="0" destOrd="0" presId="urn:microsoft.com/office/officeart/2018/2/layout/IconVerticalSolidList"/>
    <dgm:cxn modelId="{6B1D93F3-4E7B-40A2-B698-62AC97BF0657}" type="presParOf" srcId="{8983032A-480C-4C2D-B292-B065DB54D527}" destId="{102B57D4-F89E-42B1-BCBC-1A93FB039106}" srcOrd="0" destOrd="0" presId="urn:microsoft.com/office/officeart/2018/2/layout/IconVerticalSolidList"/>
    <dgm:cxn modelId="{52C4FFF5-459A-47B9-B9B2-E92924386EBC}" type="presParOf" srcId="{102B57D4-F89E-42B1-BCBC-1A93FB039106}" destId="{842F2192-BB41-43BA-9FE2-D2F027BC22EC}" srcOrd="0" destOrd="0" presId="urn:microsoft.com/office/officeart/2018/2/layout/IconVerticalSolidList"/>
    <dgm:cxn modelId="{A30A60ED-0461-4665-9821-D49F8B257262}" type="presParOf" srcId="{102B57D4-F89E-42B1-BCBC-1A93FB039106}" destId="{364E5D82-BFFF-4722-9C00-D9BE3C7543F1}" srcOrd="1" destOrd="0" presId="urn:microsoft.com/office/officeart/2018/2/layout/IconVerticalSolidList"/>
    <dgm:cxn modelId="{7DE70176-393C-4111-9214-69D51DAE23BA}" type="presParOf" srcId="{102B57D4-F89E-42B1-BCBC-1A93FB039106}" destId="{BFAC290D-CAED-4802-8EA2-3F864EE21FC1}" srcOrd="2" destOrd="0" presId="urn:microsoft.com/office/officeart/2018/2/layout/IconVerticalSolidList"/>
    <dgm:cxn modelId="{959E194A-B15F-4EA9-AD34-64C42563B0CF}" type="presParOf" srcId="{102B57D4-F89E-42B1-BCBC-1A93FB039106}" destId="{212FDF14-0609-4BC0-8A14-880B05230CF1}" srcOrd="3" destOrd="0" presId="urn:microsoft.com/office/officeart/2018/2/layout/IconVerticalSolidList"/>
    <dgm:cxn modelId="{2BB63761-B8C6-420A-B76E-034038FF6E11}" type="presParOf" srcId="{8983032A-480C-4C2D-B292-B065DB54D527}" destId="{36505E64-3AD2-4F3B-AAED-FDED665E1B86}" srcOrd="1" destOrd="0" presId="urn:microsoft.com/office/officeart/2018/2/layout/IconVerticalSolidList"/>
    <dgm:cxn modelId="{7A634D51-A4BB-47A1-A536-F0A50C86F9B6}" type="presParOf" srcId="{8983032A-480C-4C2D-B292-B065DB54D527}" destId="{9C88075B-4AEE-4291-B03A-EC0D7BB21007}" srcOrd="2" destOrd="0" presId="urn:microsoft.com/office/officeart/2018/2/layout/IconVerticalSolidList"/>
    <dgm:cxn modelId="{8D1030ED-BDC8-4EB3-AFB8-CC2926BD37E0}" type="presParOf" srcId="{9C88075B-4AEE-4291-B03A-EC0D7BB21007}" destId="{F73CD4C6-596E-4755-9ACC-83EE8DF4BB3F}" srcOrd="0" destOrd="0" presId="urn:microsoft.com/office/officeart/2018/2/layout/IconVerticalSolidList"/>
    <dgm:cxn modelId="{58DB8F0E-4323-4A85-9D58-9CC8D873A248}" type="presParOf" srcId="{9C88075B-4AEE-4291-B03A-EC0D7BB21007}" destId="{72A56E02-B8E7-4390-BF2B-477B09FD7DCA}" srcOrd="1" destOrd="0" presId="urn:microsoft.com/office/officeart/2018/2/layout/IconVerticalSolidList"/>
    <dgm:cxn modelId="{1FBD06F8-B1FE-4C92-8EF3-164415EA6FF0}" type="presParOf" srcId="{9C88075B-4AEE-4291-B03A-EC0D7BB21007}" destId="{3022578C-C7AE-4C3B-B0C1-D5DF05B3222B}" srcOrd="2" destOrd="0" presId="urn:microsoft.com/office/officeart/2018/2/layout/IconVerticalSolidList"/>
    <dgm:cxn modelId="{13400BE8-2FB0-486D-84E1-E4253398BE23}" type="presParOf" srcId="{9C88075B-4AEE-4291-B03A-EC0D7BB21007}" destId="{E98836AF-CCDF-44CD-86AE-DC75AA85A2AB}" srcOrd="3" destOrd="0" presId="urn:microsoft.com/office/officeart/2018/2/layout/IconVerticalSolidList"/>
    <dgm:cxn modelId="{75EA587C-3CB9-46BC-B9CF-925B58E92DCA}" type="presParOf" srcId="{8983032A-480C-4C2D-B292-B065DB54D527}" destId="{5EDC2DC8-5889-41E9-9E3F-429CFB68EDD2}" srcOrd="3" destOrd="0" presId="urn:microsoft.com/office/officeart/2018/2/layout/IconVerticalSolidList"/>
    <dgm:cxn modelId="{854E65AE-2928-4EE0-A66F-1DA7FC1B9CEE}" type="presParOf" srcId="{8983032A-480C-4C2D-B292-B065DB54D527}" destId="{BCB6A00A-B049-4CC3-99FC-38A1B25994C9}" srcOrd="4" destOrd="0" presId="urn:microsoft.com/office/officeart/2018/2/layout/IconVerticalSolidList"/>
    <dgm:cxn modelId="{AC574981-E4F6-4CD6-B09C-172361462B76}" type="presParOf" srcId="{BCB6A00A-B049-4CC3-99FC-38A1B25994C9}" destId="{1632065F-E537-4FFE-92EC-796F487C4B8F}" srcOrd="0" destOrd="0" presId="urn:microsoft.com/office/officeart/2018/2/layout/IconVerticalSolidList"/>
    <dgm:cxn modelId="{60968818-38E9-400D-8C9A-0085F788EE78}" type="presParOf" srcId="{BCB6A00A-B049-4CC3-99FC-38A1B25994C9}" destId="{3BD8F222-573C-47E4-8491-BA4EADC23D4B}" srcOrd="1" destOrd="0" presId="urn:microsoft.com/office/officeart/2018/2/layout/IconVerticalSolidList"/>
    <dgm:cxn modelId="{797FB3FE-3DE1-472D-9852-BC724970C7A3}" type="presParOf" srcId="{BCB6A00A-B049-4CC3-99FC-38A1B25994C9}" destId="{267C0CC5-AB48-42A9-84F5-BD056E53C32C}" srcOrd="2" destOrd="0" presId="urn:microsoft.com/office/officeart/2018/2/layout/IconVerticalSolidList"/>
    <dgm:cxn modelId="{3896DAE2-2379-4F50-AA9A-34C97C2A38C8}" type="presParOf" srcId="{BCB6A00A-B049-4CC3-99FC-38A1B25994C9}" destId="{BECF3093-79C2-4D93-A650-B221A412B022}" srcOrd="3" destOrd="0" presId="urn:microsoft.com/office/officeart/2018/2/layout/IconVerticalSolidList"/>
    <dgm:cxn modelId="{1AC279DA-15F8-4855-BCE8-55123B4367AD}" type="presParOf" srcId="{8983032A-480C-4C2D-B292-B065DB54D527}" destId="{805C5CB5-AFDD-4552-88B4-D76BA5ED9DFE}" srcOrd="5" destOrd="0" presId="urn:microsoft.com/office/officeart/2018/2/layout/IconVerticalSolidList"/>
    <dgm:cxn modelId="{7E42A894-271C-444E-89B4-D61903465212}" type="presParOf" srcId="{8983032A-480C-4C2D-B292-B065DB54D527}" destId="{DEDF6F28-9999-4BC0-AC92-3E526B583D5F}" srcOrd="6" destOrd="0" presId="urn:microsoft.com/office/officeart/2018/2/layout/IconVerticalSolidList"/>
    <dgm:cxn modelId="{634992F1-F262-4FE1-8577-6BE89EE64C3B}" type="presParOf" srcId="{DEDF6F28-9999-4BC0-AC92-3E526B583D5F}" destId="{A7E929D6-6377-4C72-A5B2-3EE654381982}" srcOrd="0" destOrd="0" presId="urn:microsoft.com/office/officeart/2018/2/layout/IconVerticalSolidList"/>
    <dgm:cxn modelId="{B8707797-CC39-4459-B4EF-F0680640D6E5}" type="presParOf" srcId="{DEDF6F28-9999-4BC0-AC92-3E526B583D5F}" destId="{24425643-867C-42AA-A0C0-BAF7912247DC}" srcOrd="1" destOrd="0" presId="urn:microsoft.com/office/officeart/2018/2/layout/IconVerticalSolidList"/>
    <dgm:cxn modelId="{74A1432F-4B51-4B8A-BB12-B8C1B330D923}" type="presParOf" srcId="{DEDF6F28-9999-4BC0-AC92-3E526B583D5F}" destId="{E2348F81-1896-4716-8D11-79B0DC891897}" srcOrd="2" destOrd="0" presId="urn:microsoft.com/office/officeart/2018/2/layout/IconVerticalSolidList"/>
    <dgm:cxn modelId="{89E1AE33-7F51-4DFE-A2C5-F9726E970227}" type="presParOf" srcId="{DEDF6F28-9999-4BC0-AC92-3E526B583D5F}" destId="{BDFD7C48-BBFE-4B43-9AEF-1D4CA0BEBDC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7600853-B208-49E3-9375-21DB38C77EC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C83F07-B0A7-49F1-B509-BAA11679057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CH" sz="2400" b="1" dirty="0">
              <a:solidFill>
                <a:schemeClr val="accent1"/>
              </a:solidFill>
            </a:rPr>
            <a:t>Possible </a:t>
          </a:r>
          <a:r>
            <a:rPr lang="de-CH" sz="2400" b="1" dirty="0" err="1">
              <a:solidFill>
                <a:schemeClr val="accent1"/>
              </a:solidFill>
            </a:rPr>
            <a:t>questions</a:t>
          </a:r>
          <a:r>
            <a:rPr lang="de-CH" sz="2400" b="1" dirty="0">
              <a:solidFill>
                <a:schemeClr val="accent1"/>
              </a:solidFill>
            </a:rPr>
            <a:t> </a:t>
          </a:r>
          <a:r>
            <a:rPr lang="de-CH" sz="2400" b="1" dirty="0" err="1">
              <a:solidFill>
                <a:schemeClr val="accent1"/>
              </a:solidFill>
            </a:rPr>
            <a:t>to</a:t>
          </a:r>
          <a:r>
            <a:rPr lang="de-CH" sz="2400" b="1" dirty="0">
              <a:solidFill>
                <a:schemeClr val="accent1"/>
              </a:solidFill>
            </a:rPr>
            <a:t> </a:t>
          </a:r>
          <a:r>
            <a:rPr lang="de-CH" sz="2400" b="1" dirty="0" err="1">
              <a:solidFill>
                <a:schemeClr val="accent1"/>
              </a:solidFill>
            </a:rPr>
            <a:t>answer</a:t>
          </a:r>
          <a:r>
            <a:rPr lang="de-CH" sz="2400" b="1" dirty="0">
              <a:solidFill>
                <a:schemeClr val="accent1"/>
              </a:solidFill>
            </a:rPr>
            <a:t>:</a:t>
          </a:r>
          <a:endParaRPr lang="en-US" sz="2400" b="1" dirty="0">
            <a:solidFill>
              <a:schemeClr val="accent1"/>
            </a:solidFill>
          </a:endParaRPr>
        </a:p>
      </dgm:t>
    </dgm:pt>
    <dgm:pt modelId="{6F141467-0443-4275-833B-BB15AD9795EB}" type="parTrans" cxnId="{9199C501-FF50-4E10-853F-08A4E9F5AE8A}">
      <dgm:prSet/>
      <dgm:spPr/>
      <dgm:t>
        <a:bodyPr/>
        <a:lstStyle/>
        <a:p>
          <a:endParaRPr lang="en-US"/>
        </a:p>
      </dgm:t>
    </dgm:pt>
    <dgm:pt modelId="{FE869DAD-EB63-45F5-B1B0-97BDDF7A54B1}" type="sibTrans" cxnId="{9199C501-FF50-4E10-853F-08A4E9F5AE8A}">
      <dgm:prSet/>
      <dgm:spPr/>
      <dgm:t>
        <a:bodyPr/>
        <a:lstStyle/>
        <a:p>
          <a:endParaRPr lang="en-US"/>
        </a:p>
      </dgm:t>
    </dgm:pt>
    <dgm:pt modelId="{CCC7B0B1-3312-41E8-AC13-3EF7410D0AF0}">
      <dgm:prSet/>
      <dgm:spPr/>
      <dgm:t>
        <a:bodyPr/>
        <a:lstStyle/>
        <a:p>
          <a:pPr>
            <a:lnSpc>
              <a:spcPct val="100000"/>
            </a:lnSpc>
          </a:pPr>
          <a:r>
            <a:rPr lang="de-CH" dirty="0" err="1"/>
            <a:t>How</a:t>
          </a:r>
          <a:r>
            <a:rPr lang="de-CH" dirty="0"/>
            <a:t> robust </a:t>
          </a:r>
          <a:r>
            <a:rPr lang="de-CH" dirty="0" err="1"/>
            <a:t>is</a:t>
          </a:r>
          <a:r>
            <a:rPr lang="de-CH" dirty="0"/>
            <a:t> </a:t>
          </a:r>
          <a:r>
            <a:rPr lang="de-CH" dirty="0" err="1"/>
            <a:t>the</a:t>
          </a:r>
          <a:r>
            <a:rPr lang="de-CH" dirty="0"/>
            <a:t> </a:t>
          </a:r>
          <a:r>
            <a:rPr lang="de-CH" dirty="0" err="1"/>
            <a:t>gossip</a:t>
          </a:r>
          <a:r>
            <a:rPr lang="de-CH" dirty="0"/>
            <a:t> </a:t>
          </a:r>
          <a:r>
            <a:rPr lang="de-CH" dirty="0" err="1"/>
            <a:t>against</a:t>
          </a:r>
          <a:r>
            <a:rPr lang="de-CH" dirty="0"/>
            <a:t> network </a:t>
          </a:r>
          <a:r>
            <a:rPr lang="de-CH" dirty="0" err="1"/>
            <a:t>failures</a:t>
          </a:r>
          <a:r>
            <a:rPr lang="de-CH" dirty="0"/>
            <a:t>, i. e. packet </a:t>
          </a:r>
          <a:r>
            <a:rPr lang="de-CH" dirty="0" err="1"/>
            <a:t>loss</a:t>
          </a:r>
          <a:r>
            <a:rPr lang="de-CH" dirty="0"/>
            <a:t>, </a:t>
          </a:r>
          <a:r>
            <a:rPr lang="de-CH" dirty="0" err="1"/>
            <a:t>latency</a:t>
          </a:r>
          <a:r>
            <a:rPr lang="de-CH" dirty="0"/>
            <a:t>, </a:t>
          </a:r>
          <a:r>
            <a:rPr lang="de-CH" dirty="0" err="1"/>
            <a:t>interruptions</a:t>
          </a:r>
          <a:r>
            <a:rPr lang="de-CH" dirty="0"/>
            <a:t>?</a:t>
          </a:r>
          <a:endParaRPr lang="en-US" dirty="0"/>
        </a:p>
      </dgm:t>
    </dgm:pt>
    <dgm:pt modelId="{FFEECBBC-390F-4DF5-933A-230582E0F4A2}" type="parTrans" cxnId="{CE0EACE3-9BC3-4E8F-A81A-19E1EC58A216}">
      <dgm:prSet/>
      <dgm:spPr/>
      <dgm:t>
        <a:bodyPr/>
        <a:lstStyle/>
        <a:p>
          <a:endParaRPr lang="en-US"/>
        </a:p>
      </dgm:t>
    </dgm:pt>
    <dgm:pt modelId="{45D03BA3-3F34-4E03-862F-8796C006099F}" type="sibTrans" cxnId="{CE0EACE3-9BC3-4E8F-A81A-19E1EC58A216}">
      <dgm:prSet/>
      <dgm:spPr/>
      <dgm:t>
        <a:bodyPr/>
        <a:lstStyle/>
        <a:p>
          <a:endParaRPr lang="en-US"/>
        </a:p>
      </dgm:t>
    </dgm:pt>
    <dgm:pt modelId="{6E32D9BC-2BF7-441A-8B7F-BB827D98419A}">
      <dgm:prSet/>
      <dgm:spPr/>
      <dgm:t>
        <a:bodyPr/>
        <a:lstStyle/>
        <a:p>
          <a:pPr>
            <a:lnSpc>
              <a:spcPct val="100000"/>
            </a:lnSpc>
          </a:pPr>
          <a:r>
            <a:rPr lang="de-CH"/>
            <a:t>How much does discovery (direct vs. relay) affect delivery rates?</a:t>
          </a:r>
          <a:endParaRPr lang="en-US"/>
        </a:p>
      </dgm:t>
    </dgm:pt>
    <dgm:pt modelId="{13760D25-42CF-4F72-BEA0-A0E6B0B8E4E7}" type="parTrans" cxnId="{5C84F6B6-7A60-48ED-9369-31768BB6F8AB}">
      <dgm:prSet/>
      <dgm:spPr/>
      <dgm:t>
        <a:bodyPr/>
        <a:lstStyle/>
        <a:p>
          <a:endParaRPr lang="en-US"/>
        </a:p>
      </dgm:t>
    </dgm:pt>
    <dgm:pt modelId="{E42646E3-593E-4152-A2E7-CF34882F49F1}" type="sibTrans" cxnId="{5C84F6B6-7A60-48ED-9369-31768BB6F8AB}">
      <dgm:prSet/>
      <dgm:spPr/>
      <dgm:t>
        <a:bodyPr/>
        <a:lstStyle/>
        <a:p>
          <a:endParaRPr lang="en-US"/>
        </a:p>
      </dgm:t>
    </dgm:pt>
    <dgm:pt modelId="{21B0EF91-BC06-4D5F-A646-EC836E9B0BC3}">
      <dgm:prSet/>
      <dgm:spPr/>
      <dgm:t>
        <a:bodyPr/>
        <a:lstStyle/>
        <a:p>
          <a:pPr>
            <a:lnSpc>
              <a:spcPct val="100000"/>
            </a:lnSpc>
          </a:pPr>
          <a:r>
            <a:rPr lang="de-CH"/>
            <a:t>How does the system converge when peers fail or reconnect?</a:t>
          </a:r>
          <a:endParaRPr lang="en-US"/>
        </a:p>
      </dgm:t>
    </dgm:pt>
    <dgm:pt modelId="{F1E39A40-A5B9-4418-AC88-16BE9EDDE346}" type="parTrans" cxnId="{484E6D52-37BD-4133-A064-08CB2F126081}">
      <dgm:prSet/>
      <dgm:spPr/>
      <dgm:t>
        <a:bodyPr/>
        <a:lstStyle/>
        <a:p>
          <a:endParaRPr lang="en-US"/>
        </a:p>
      </dgm:t>
    </dgm:pt>
    <dgm:pt modelId="{52B118BD-FAFC-49A0-97D4-993D18C1F8EA}" type="sibTrans" cxnId="{484E6D52-37BD-4133-A064-08CB2F126081}">
      <dgm:prSet/>
      <dgm:spPr/>
      <dgm:t>
        <a:bodyPr/>
        <a:lstStyle/>
        <a:p>
          <a:endParaRPr lang="en-US"/>
        </a:p>
      </dgm:t>
    </dgm:pt>
    <dgm:pt modelId="{020CD623-0708-4155-A4A4-8F3096F21814}" type="pres">
      <dgm:prSet presAssocID="{17600853-B208-49E3-9375-21DB38C77ECC}" presName="root" presStyleCnt="0">
        <dgm:presLayoutVars>
          <dgm:dir/>
          <dgm:resizeHandles val="exact"/>
        </dgm:presLayoutVars>
      </dgm:prSet>
      <dgm:spPr/>
    </dgm:pt>
    <dgm:pt modelId="{304F21AF-209E-4F48-B4C1-5654814D2722}" type="pres">
      <dgm:prSet presAssocID="{D2C83F07-B0A7-49F1-B509-BAA116790578}" presName="compNode" presStyleCnt="0"/>
      <dgm:spPr/>
    </dgm:pt>
    <dgm:pt modelId="{2D0D2993-7684-4B0C-84B3-31EA269C5C14}" type="pres">
      <dgm:prSet presAssocID="{D2C83F07-B0A7-49F1-B509-BAA116790578}" presName="bgRect" presStyleLbl="bgShp" presStyleIdx="0" presStyleCnt="4"/>
      <dgm:spPr>
        <a:noFill/>
      </dgm:spPr>
    </dgm:pt>
    <dgm:pt modelId="{BC09B09A-BD6C-4A30-9A8A-36E9C352BC84}" type="pres">
      <dgm:prSet presAssocID="{D2C83F07-B0A7-49F1-B509-BAA11679057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ragen"/>
        </a:ext>
      </dgm:extLst>
    </dgm:pt>
    <dgm:pt modelId="{02ADFC92-555D-4CA7-88DA-36EF02421CC2}" type="pres">
      <dgm:prSet presAssocID="{D2C83F07-B0A7-49F1-B509-BAA116790578}" presName="spaceRect" presStyleCnt="0"/>
      <dgm:spPr/>
    </dgm:pt>
    <dgm:pt modelId="{814C6FC4-261E-46A2-89A4-72A970F955DE}" type="pres">
      <dgm:prSet presAssocID="{D2C83F07-B0A7-49F1-B509-BAA116790578}" presName="parTx" presStyleLbl="revTx" presStyleIdx="0" presStyleCnt="4">
        <dgm:presLayoutVars>
          <dgm:chMax val="0"/>
          <dgm:chPref val="0"/>
        </dgm:presLayoutVars>
      </dgm:prSet>
      <dgm:spPr/>
    </dgm:pt>
    <dgm:pt modelId="{CE44190D-E621-4D6A-9326-CBA8D396EE33}" type="pres">
      <dgm:prSet presAssocID="{FE869DAD-EB63-45F5-B1B0-97BDDF7A54B1}" presName="sibTrans" presStyleCnt="0"/>
      <dgm:spPr/>
    </dgm:pt>
    <dgm:pt modelId="{A3C21AFE-1376-4F69-B575-C8F0723AAEC2}" type="pres">
      <dgm:prSet presAssocID="{CCC7B0B1-3312-41E8-AC13-3EF7410D0AF0}" presName="compNode" presStyleCnt="0"/>
      <dgm:spPr/>
    </dgm:pt>
    <dgm:pt modelId="{CDB31394-46C3-4A9E-889C-921145B26887}" type="pres">
      <dgm:prSet presAssocID="{CCC7B0B1-3312-41E8-AC13-3EF7410D0AF0}" presName="bgRect" presStyleLbl="bgShp" presStyleIdx="1" presStyleCnt="4"/>
      <dgm:spPr/>
    </dgm:pt>
    <dgm:pt modelId="{A8926530-2EA9-40AA-A644-063788640E76}" type="pres">
      <dgm:prSet presAssocID="{CCC7B0B1-3312-41E8-AC13-3EF7410D0AF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trennt"/>
        </a:ext>
      </dgm:extLst>
    </dgm:pt>
    <dgm:pt modelId="{A5415B22-A535-4E89-8C0B-AF77079CFC0D}" type="pres">
      <dgm:prSet presAssocID="{CCC7B0B1-3312-41E8-AC13-3EF7410D0AF0}" presName="spaceRect" presStyleCnt="0"/>
      <dgm:spPr/>
    </dgm:pt>
    <dgm:pt modelId="{9255950C-F8D2-4CD2-9DEC-83E0E75BE5B1}" type="pres">
      <dgm:prSet presAssocID="{CCC7B0B1-3312-41E8-AC13-3EF7410D0AF0}" presName="parTx" presStyleLbl="revTx" presStyleIdx="1" presStyleCnt="4">
        <dgm:presLayoutVars>
          <dgm:chMax val="0"/>
          <dgm:chPref val="0"/>
        </dgm:presLayoutVars>
      </dgm:prSet>
      <dgm:spPr/>
    </dgm:pt>
    <dgm:pt modelId="{2B92DFD1-9E78-47EE-A0BB-06702291E0A9}" type="pres">
      <dgm:prSet presAssocID="{45D03BA3-3F34-4E03-862F-8796C006099F}" presName="sibTrans" presStyleCnt="0"/>
      <dgm:spPr/>
    </dgm:pt>
    <dgm:pt modelId="{53453ED4-D568-466A-8A48-845895AB2CB6}" type="pres">
      <dgm:prSet presAssocID="{6E32D9BC-2BF7-441A-8B7F-BB827D98419A}" presName="compNode" presStyleCnt="0"/>
      <dgm:spPr/>
    </dgm:pt>
    <dgm:pt modelId="{C65E721A-3AC6-4E98-84D1-0BA2AAD97D92}" type="pres">
      <dgm:prSet presAssocID="{6E32D9BC-2BF7-441A-8B7F-BB827D98419A}" presName="bgRect" presStyleLbl="bgShp" presStyleIdx="2" presStyleCnt="4"/>
      <dgm:spPr/>
    </dgm:pt>
    <dgm:pt modelId="{4950CA22-6607-4BAB-9A58-1873FCAC56E7}" type="pres">
      <dgm:prSet presAssocID="{6E32D9BC-2BF7-441A-8B7F-BB827D98419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KW"/>
        </a:ext>
      </dgm:extLst>
    </dgm:pt>
    <dgm:pt modelId="{39B5A7C8-400E-4A7E-AD37-354939BABF42}" type="pres">
      <dgm:prSet presAssocID="{6E32D9BC-2BF7-441A-8B7F-BB827D98419A}" presName="spaceRect" presStyleCnt="0"/>
      <dgm:spPr/>
    </dgm:pt>
    <dgm:pt modelId="{6B7D0BE7-3768-4A7C-AB61-AA3BF78630A4}" type="pres">
      <dgm:prSet presAssocID="{6E32D9BC-2BF7-441A-8B7F-BB827D98419A}" presName="parTx" presStyleLbl="revTx" presStyleIdx="2" presStyleCnt="4">
        <dgm:presLayoutVars>
          <dgm:chMax val="0"/>
          <dgm:chPref val="0"/>
        </dgm:presLayoutVars>
      </dgm:prSet>
      <dgm:spPr/>
    </dgm:pt>
    <dgm:pt modelId="{E915FF6B-AA31-4B6C-8AA2-F9CDE6D50388}" type="pres">
      <dgm:prSet presAssocID="{E42646E3-593E-4152-A2E7-CF34882F49F1}" presName="sibTrans" presStyleCnt="0"/>
      <dgm:spPr/>
    </dgm:pt>
    <dgm:pt modelId="{7C22D40F-9BE7-4B4A-A1AD-2AC73CE68495}" type="pres">
      <dgm:prSet presAssocID="{21B0EF91-BC06-4D5F-A646-EC836E9B0BC3}" presName="compNode" presStyleCnt="0"/>
      <dgm:spPr/>
    </dgm:pt>
    <dgm:pt modelId="{0A5C5BFF-E8F8-49E6-9E90-DCB189BCEB27}" type="pres">
      <dgm:prSet presAssocID="{21B0EF91-BC06-4D5F-A646-EC836E9B0BC3}" presName="bgRect" presStyleLbl="bgShp" presStyleIdx="3" presStyleCnt="4"/>
      <dgm:spPr/>
    </dgm:pt>
    <dgm:pt modelId="{93622367-4494-4BCF-B958-9B08806AF694}" type="pres">
      <dgm:prSet presAssocID="{21B0EF91-BC06-4D5F-A646-EC836E9B0BC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zwerk"/>
        </a:ext>
      </dgm:extLst>
    </dgm:pt>
    <dgm:pt modelId="{747928FD-EBB1-4EEB-A716-64E529A76D1A}" type="pres">
      <dgm:prSet presAssocID="{21B0EF91-BC06-4D5F-A646-EC836E9B0BC3}" presName="spaceRect" presStyleCnt="0"/>
      <dgm:spPr/>
    </dgm:pt>
    <dgm:pt modelId="{C771A25A-3B32-470F-ABDF-7A6492D08194}" type="pres">
      <dgm:prSet presAssocID="{21B0EF91-BC06-4D5F-A646-EC836E9B0BC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199C501-FF50-4E10-853F-08A4E9F5AE8A}" srcId="{17600853-B208-49E3-9375-21DB38C77ECC}" destId="{D2C83F07-B0A7-49F1-B509-BAA116790578}" srcOrd="0" destOrd="0" parTransId="{6F141467-0443-4275-833B-BB15AD9795EB}" sibTransId="{FE869DAD-EB63-45F5-B1B0-97BDDF7A54B1}"/>
    <dgm:cxn modelId="{75CDB606-11BC-4A58-8B1A-717DE79B9324}" type="presOf" srcId="{21B0EF91-BC06-4D5F-A646-EC836E9B0BC3}" destId="{C771A25A-3B32-470F-ABDF-7A6492D08194}" srcOrd="0" destOrd="0" presId="urn:microsoft.com/office/officeart/2018/2/layout/IconVerticalSolidList"/>
    <dgm:cxn modelId="{BE024225-407C-44CE-960E-0D6EB9665519}" type="presOf" srcId="{17600853-B208-49E3-9375-21DB38C77ECC}" destId="{020CD623-0708-4155-A4A4-8F3096F21814}" srcOrd="0" destOrd="0" presId="urn:microsoft.com/office/officeart/2018/2/layout/IconVerticalSolidList"/>
    <dgm:cxn modelId="{5BDB8927-39A8-452E-B82A-D80ACDB03FCC}" type="presOf" srcId="{D2C83F07-B0A7-49F1-B509-BAA116790578}" destId="{814C6FC4-261E-46A2-89A4-72A970F955DE}" srcOrd="0" destOrd="0" presId="urn:microsoft.com/office/officeart/2018/2/layout/IconVerticalSolidList"/>
    <dgm:cxn modelId="{484E6D52-37BD-4133-A064-08CB2F126081}" srcId="{17600853-B208-49E3-9375-21DB38C77ECC}" destId="{21B0EF91-BC06-4D5F-A646-EC836E9B0BC3}" srcOrd="3" destOrd="0" parTransId="{F1E39A40-A5B9-4418-AC88-16BE9EDDE346}" sibTransId="{52B118BD-FAFC-49A0-97D4-993D18C1F8EA}"/>
    <dgm:cxn modelId="{74B707AD-F8DE-4B78-8CE4-6F910292774C}" type="presOf" srcId="{6E32D9BC-2BF7-441A-8B7F-BB827D98419A}" destId="{6B7D0BE7-3768-4A7C-AB61-AA3BF78630A4}" srcOrd="0" destOrd="0" presId="urn:microsoft.com/office/officeart/2018/2/layout/IconVerticalSolidList"/>
    <dgm:cxn modelId="{5C84F6B6-7A60-48ED-9369-31768BB6F8AB}" srcId="{17600853-B208-49E3-9375-21DB38C77ECC}" destId="{6E32D9BC-2BF7-441A-8B7F-BB827D98419A}" srcOrd="2" destOrd="0" parTransId="{13760D25-42CF-4F72-BEA0-A0E6B0B8E4E7}" sibTransId="{E42646E3-593E-4152-A2E7-CF34882F49F1}"/>
    <dgm:cxn modelId="{CE0EACE3-9BC3-4E8F-A81A-19E1EC58A216}" srcId="{17600853-B208-49E3-9375-21DB38C77ECC}" destId="{CCC7B0B1-3312-41E8-AC13-3EF7410D0AF0}" srcOrd="1" destOrd="0" parTransId="{FFEECBBC-390F-4DF5-933A-230582E0F4A2}" sibTransId="{45D03BA3-3F34-4E03-862F-8796C006099F}"/>
    <dgm:cxn modelId="{2EA00FF8-B6A3-46FB-9C44-3C89E9A71011}" type="presOf" srcId="{CCC7B0B1-3312-41E8-AC13-3EF7410D0AF0}" destId="{9255950C-F8D2-4CD2-9DEC-83E0E75BE5B1}" srcOrd="0" destOrd="0" presId="urn:microsoft.com/office/officeart/2018/2/layout/IconVerticalSolidList"/>
    <dgm:cxn modelId="{BED9C9A2-A3AE-467C-831D-3D725D427C3A}" type="presParOf" srcId="{020CD623-0708-4155-A4A4-8F3096F21814}" destId="{304F21AF-209E-4F48-B4C1-5654814D2722}" srcOrd="0" destOrd="0" presId="urn:microsoft.com/office/officeart/2018/2/layout/IconVerticalSolidList"/>
    <dgm:cxn modelId="{6C4106AD-D2B8-4220-9C80-A4DD78F4EBED}" type="presParOf" srcId="{304F21AF-209E-4F48-B4C1-5654814D2722}" destId="{2D0D2993-7684-4B0C-84B3-31EA269C5C14}" srcOrd="0" destOrd="0" presId="urn:microsoft.com/office/officeart/2018/2/layout/IconVerticalSolidList"/>
    <dgm:cxn modelId="{98265201-FE0F-43E6-84FA-3924ABDAC80F}" type="presParOf" srcId="{304F21AF-209E-4F48-B4C1-5654814D2722}" destId="{BC09B09A-BD6C-4A30-9A8A-36E9C352BC84}" srcOrd="1" destOrd="0" presId="urn:microsoft.com/office/officeart/2018/2/layout/IconVerticalSolidList"/>
    <dgm:cxn modelId="{08508A5D-9A0F-41CE-BE63-9F6FCB01BC3E}" type="presParOf" srcId="{304F21AF-209E-4F48-B4C1-5654814D2722}" destId="{02ADFC92-555D-4CA7-88DA-36EF02421CC2}" srcOrd="2" destOrd="0" presId="urn:microsoft.com/office/officeart/2018/2/layout/IconVerticalSolidList"/>
    <dgm:cxn modelId="{D3FEB825-3BA0-4970-BE9A-1A591F6E25F9}" type="presParOf" srcId="{304F21AF-209E-4F48-B4C1-5654814D2722}" destId="{814C6FC4-261E-46A2-89A4-72A970F955DE}" srcOrd="3" destOrd="0" presId="urn:microsoft.com/office/officeart/2018/2/layout/IconVerticalSolidList"/>
    <dgm:cxn modelId="{F570EBCA-EA68-45F9-A7A9-5AEA53BF31A2}" type="presParOf" srcId="{020CD623-0708-4155-A4A4-8F3096F21814}" destId="{CE44190D-E621-4D6A-9326-CBA8D396EE33}" srcOrd="1" destOrd="0" presId="urn:microsoft.com/office/officeart/2018/2/layout/IconVerticalSolidList"/>
    <dgm:cxn modelId="{2D697E43-EFCA-420A-9CD3-DE80000CB29A}" type="presParOf" srcId="{020CD623-0708-4155-A4A4-8F3096F21814}" destId="{A3C21AFE-1376-4F69-B575-C8F0723AAEC2}" srcOrd="2" destOrd="0" presId="urn:microsoft.com/office/officeart/2018/2/layout/IconVerticalSolidList"/>
    <dgm:cxn modelId="{8DFDBC64-0352-4469-A882-887D38722DC6}" type="presParOf" srcId="{A3C21AFE-1376-4F69-B575-C8F0723AAEC2}" destId="{CDB31394-46C3-4A9E-889C-921145B26887}" srcOrd="0" destOrd="0" presId="urn:microsoft.com/office/officeart/2018/2/layout/IconVerticalSolidList"/>
    <dgm:cxn modelId="{461A024E-1E6B-491A-820E-4D46541C8354}" type="presParOf" srcId="{A3C21AFE-1376-4F69-B575-C8F0723AAEC2}" destId="{A8926530-2EA9-40AA-A644-063788640E76}" srcOrd="1" destOrd="0" presId="urn:microsoft.com/office/officeart/2018/2/layout/IconVerticalSolidList"/>
    <dgm:cxn modelId="{E42B0A05-B2A4-468B-84B4-75D3803698AF}" type="presParOf" srcId="{A3C21AFE-1376-4F69-B575-C8F0723AAEC2}" destId="{A5415B22-A535-4E89-8C0B-AF77079CFC0D}" srcOrd="2" destOrd="0" presId="urn:microsoft.com/office/officeart/2018/2/layout/IconVerticalSolidList"/>
    <dgm:cxn modelId="{4478ABEB-D246-4E12-83B3-0611710A5161}" type="presParOf" srcId="{A3C21AFE-1376-4F69-B575-C8F0723AAEC2}" destId="{9255950C-F8D2-4CD2-9DEC-83E0E75BE5B1}" srcOrd="3" destOrd="0" presId="urn:microsoft.com/office/officeart/2018/2/layout/IconVerticalSolidList"/>
    <dgm:cxn modelId="{F624330B-87F6-4981-A5AB-97AAB3E72575}" type="presParOf" srcId="{020CD623-0708-4155-A4A4-8F3096F21814}" destId="{2B92DFD1-9E78-47EE-A0BB-06702291E0A9}" srcOrd="3" destOrd="0" presId="urn:microsoft.com/office/officeart/2018/2/layout/IconVerticalSolidList"/>
    <dgm:cxn modelId="{4DA02656-CE64-4916-9B24-B7ED36B5C670}" type="presParOf" srcId="{020CD623-0708-4155-A4A4-8F3096F21814}" destId="{53453ED4-D568-466A-8A48-845895AB2CB6}" srcOrd="4" destOrd="0" presId="urn:microsoft.com/office/officeart/2018/2/layout/IconVerticalSolidList"/>
    <dgm:cxn modelId="{35ED6751-4239-4495-98C4-C6115B133C82}" type="presParOf" srcId="{53453ED4-D568-466A-8A48-845895AB2CB6}" destId="{C65E721A-3AC6-4E98-84D1-0BA2AAD97D92}" srcOrd="0" destOrd="0" presId="urn:microsoft.com/office/officeart/2018/2/layout/IconVerticalSolidList"/>
    <dgm:cxn modelId="{D45FF3C5-39F4-4A09-A5FB-E643A7C97BB0}" type="presParOf" srcId="{53453ED4-D568-466A-8A48-845895AB2CB6}" destId="{4950CA22-6607-4BAB-9A58-1873FCAC56E7}" srcOrd="1" destOrd="0" presId="urn:microsoft.com/office/officeart/2018/2/layout/IconVerticalSolidList"/>
    <dgm:cxn modelId="{AE281158-2A5A-443B-B043-E14F5BD0FE56}" type="presParOf" srcId="{53453ED4-D568-466A-8A48-845895AB2CB6}" destId="{39B5A7C8-400E-4A7E-AD37-354939BABF42}" srcOrd="2" destOrd="0" presId="urn:microsoft.com/office/officeart/2018/2/layout/IconVerticalSolidList"/>
    <dgm:cxn modelId="{D42A75EB-3432-4B8D-A695-B849AF582EB4}" type="presParOf" srcId="{53453ED4-D568-466A-8A48-845895AB2CB6}" destId="{6B7D0BE7-3768-4A7C-AB61-AA3BF78630A4}" srcOrd="3" destOrd="0" presId="urn:microsoft.com/office/officeart/2018/2/layout/IconVerticalSolidList"/>
    <dgm:cxn modelId="{DB2D51C2-5CDD-43B2-81BC-EB2B65755BFD}" type="presParOf" srcId="{020CD623-0708-4155-A4A4-8F3096F21814}" destId="{E915FF6B-AA31-4B6C-8AA2-F9CDE6D50388}" srcOrd="5" destOrd="0" presId="urn:microsoft.com/office/officeart/2018/2/layout/IconVerticalSolidList"/>
    <dgm:cxn modelId="{288D5BA5-0A3F-43BD-BC54-D88C22837C3A}" type="presParOf" srcId="{020CD623-0708-4155-A4A4-8F3096F21814}" destId="{7C22D40F-9BE7-4B4A-A1AD-2AC73CE68495}" srcOrd="6" destOrd="0" presId="urn:microsoft.com/office/officeart/2018/2/layout/IconVerticalSolidList"/>
    <dgm:cxn modelId="{2519EE55-FED9-4043-9243-ED94D4AC325B}" type="presParOf" srcId="{7C22D40F-9BE7-4B4A-A1AD-2AC73CE68495}" destId="{0A5C5BFF-E8F8-49E6-9E90-DCB189BCEB27}" srcOrd="0" destOrd="0" presId="urn:microsoft.com/office/officeart/2018/2/layout/IconVerticalSolidList"/>
    <dgm:cxn modelId="{EDF1A646-FE62-413D-93EC-F79F01223A1E}" type="presParOf" srcId="{7C22D40F-9BE7-4B4A-A1AD-2AC73CE68495}" destId="{93622367-4494-4BCF-B958-9B08806AF694}" srcOrd="1" destOrd="0" presId="urn:microsoft.com/office/officeart/2018/2/layout/IconVerticalSolidList"/>
    <dgm:cxn modelId="{24974010-944B-45CE-BA0A-46E7EA854B61}" type="presParOf" srcId="{7C22D40F-9BE7-4B4A-A1AD-2AC73CE68495}" destId="{747928FD-EBB1-4EEB-A716-64E529A76D1A}" srcOrd="2" destOrd="0" presId="urn:microsoft.com/office/officeart/2018/2/layout/IconVerticalSolidList"/>
    <dgm:cxn modelId="{7936FD8F-6E30-4B2B-8EB3-2205C40DBCDF}" type="presParOf" srcId="{7C22D40F-9BE7-4B4A-A1AD-2AC73CE68495}" destId="{C771A25A-3B32-470F-ABDF-7A6492D0819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B1DE79-F696-4E9D-BF3C-4264AE019C27}">
      <dsp:nvSpPr>
        <dsp:cNvPr id="0" name=""/>
        <dsp:cNvSpPr/>
      </dsp:nvSpPr>
      <dsp:spPr>
        <a:xfrm>
          <a:off x="0" y="0"/>
          <a:ext cx="65944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20D4CF-9F75-4B19-9562-315A9342A19F}">
      <dsp:nvSpPr>
        <dsp:cNvPr id="0" name=""/>
        <dsp:cNvSpPr/>
      </dsp:nvSpPr>
      <dsp:spPr>
        <a:xfrm>
          <a:off x="0" y="0"/>
          <a:ext cx="6594490" cy="1291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600" kern="1200"/>
            <a:t>P2P protocol for managing neighbourhoods in a dynamic network</a:t>
          </a:r>
          <a:endParaRPr lang="en-US" sz="2600" kern="1200"/>
        </a:p>
      </dsp:txBody>
      <dsp:txXfrm>
        <a:off x="0" y="0"/>
        <a:ext cx="6594490" cy="1291589"/>
      </dsp:txXfrm>
    </dsp:sp>
    <dsp:sp modelId="{D9DEE20D-5D44-4CC6-82CC-CA8D32379AF1}">
      <dsp:nvSpPr>
        <dsp:cNvPr id="0" name=""/>
        <dsp:cNvSpPr/>
      </dsp:nvSpPr>
      <dsp:spPr>
        <a:xfrm>
          <a:off x="0" y="1291589"/>
          <a:ext cx="65944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67E103-08E8-412C-B1A5-7B3FBA5711E1}">
      <dsp:nvSpPr>
        <dsp:cNvPr id="0" name=""/>
        <dsp:cNvSpPr/>
      </dsp:nvSpPr>
      <dsp:spPr>
        <a:xfrm>
          <a:off x="0" y="1291589"/>
          <a:ext cx="6594490" cy="1291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600" kern="1200"/>
            <a:t>list of peers is devided into subsets: active view and passive view</a:t>
          </a:r>
          <a:endParaRPr lang="en-US" sz="2600" kern="1200"/>
        </a:p>
      </dsp:txBody>
      <dsp:txXfrm>
        <a:off x="0" y="1291589"/>
        <a:ext cx="6594490" cy="1291589"/>
      </dsp:txXfrm>
    </dsp:sp>
    <dsp:sp modelId="{1BF416C4-107D-4547-A5E4-D7DCC4E6E3D2}">
      <dsp:nvSpPr>
        <dsp:cNvPr id="0" name=""/>
        <dsp:cNvSpPr/>
      </dsp:nvSpPr>
      <dsp:spPr>
        <a:xfrm>
          <a:off x="0" y="2583179"/>
          <a:ext cx="65944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F7646D-A802-4E41-A6CF-FF5FEAD5D141}">
      <dsp:nvSpPr>
        <dsp:cNvPr id="0" name=""/>
        <dsp:cNvSpPr/>
      </dsp:nvSpPr>
      <dsp:spPr>
        <a:xfrm>
          <a:off x="0" y="2583179"/>
          <a:ext cx="6594490" cy="1291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600" kern="1200"/>
            <a:t>regularly checks active neighbours and replaces from passive list if no longer active</a:t>
          </a:r>
          <a:endParaRPr lang="en-US" sz="2600" kern="1200"/>
        </a:p>
      </dsp:txBody>
      <dsp:txXfrm>
        <a:off x="0" y="2583179"/>
        <a:ext cx="6594490" cy="1291589"/>
      </dsp:txXfrm>
    </dsp:sp>
    <dsp:sp modelId="{31DEE9E0-B3F7-4BAE-B36D-65A38ADEBE04}">
      <dsp:nvSpPr>
        <dsp:cNvPr id="0" name=""/>
        <dsp:cNvSpPr/>
      </dsp:nvSpPr>
      <dsp:spPr>
        <a:xfrm>
          <a:off x="0" y="3874769"/>
          <a:ext cx="65944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93F43C-DE13-44F6-9BBF-9C19B532277A}">
      <dsp:nvSpPr>
        <dsp:cNvPr id="0" name=""/>
        <dsp:cNvSpPr/>
      </dsp:nvSpPr>
      <dsp:spPr>
        <a:xfrm>
          <a:off x="0" y="3874769"/>
          <a:ext cx="6594490" cy="1291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600" kern="1200"/>
            <a:t>peers randomly exchange entries from their passive views</a:t>
          </a:r>
          <a:endParaRPr lang="en-US" sz="2600" kern="1200"/>
        </a:p>
      </dsp:txBody>
      <dsp:txXfrm>
        <a:off x="0" y="3874769"/>
        <a:ext cx="6594490" cy="12915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D6CAF5-E105-4FEA-8997-8162DC4912D1}">
      <dsp:nvSpPr>
        <dsp:cNvPr id="0" name=""/>
        <dsp:cNvSpPr/>
      </dsp:nvSpPr>
      <dsp:spPr>
        <a:xfrm>
          <a:off x="0" y="444779"/>
          <a:ext cx="6594490" cy="159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1806" tIns="458216" rIns="511806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CH" sz="2200" b="1" kern="1200" dirty="0" err="1">
              <a:solidFill>
                <a:schemeClr val="tx1"/>
              </a:solidFill>
            </a:rPr>
            <a:t>eager</a:t>
          </a:r>
          <a:r>
            <a:rPr lang="de-CH" sz="2200" b="1" kern="1200" dirty="0">
              <a:solidFill>
                <a:schemeClr val="tx1"/>
              </a:solidFill>
            </a:rPr>
            <a:t> </a:t>
          </a:r>
          <a:r>
            <a:rPr lang="de-CH" sz="2200" b="1" kern="1200" dirty="0" err="1">
              <a:solidFill>
                <a:schemeClr val="tx1"/>
              </a:solidFill>
            </a:rPr>
            <a:t>peers</a:t>
          </a:r>
          <a:r>
            <a:rPr lang="de-CH" sz="2200" b="1" kern="1200" dirty="0">
              <a:solidFill>
                <a:schemeClr val="tx1"/>
              </a:solidFill>
            </a:rPr>
            <a:t>:</a:t>
          </a:r>
          <a:r>
            <a:rPr lang="de-CH" sz="2200" kern="1200" dirty="0">
              <a:solidFill>
                <a:schemeClr val="tx1"/>
              </a:solidFill>
            </a:rPr>
            <a:t> </a:t>
          </a:r>
          <a:r>
            <a:rPr lang="de-CH" sz="2200" kern="1200" dirty="0" err="1"/>
            <a:t>receive</a:t>
          </a:r>
          <a:r>
            <a:rPr lang="de-CH" sz="2200" kern="1200" dirty="0"/>
            <a:t> </a:t>
          </a:r>
          <a:r>
            <a:rPr lang="de-CH" sz="2200" kern="1200" dirty="0" err="1"/>
            <a:t>message</a:t>
          </a:r>
          <a:r>
            <a:rPr lang="de-CH" sz="2200" kern="1200" dirty="0"/>
            <a:t> </a:t>
          </a:r>
          <a:r>
            <a:rPr lang="de-CH" sz="2200" kern="1200" dirty="0" err="1"/>
            <a:t>immediately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CH" sz="2200" b="1" kern="1200" dirty="0" err="1">
              <a:solidFill>
                <a:schemeClr val="tx1"/>
              </a:solidFill>
            </a:rPr>
            <a:t>lazy</a:t>
          </a:r>
          <a:r>
            <a:rPr lang="de-CH" sz="2200" b="1" kern="1200" dirty="0">
              <a:solidFill>
                <a:schemeClr val="tx1"/>
              </a:solidFill>
            </a:rPr>
            <a:t> </a:t>
          </a:r>
          <a:r>
            <a:rPr lang="de-CH" sz="2200" b="1" kern="1200" dirty="0" err="1">
              <a:solidFill>
                <a:schemeClr val="tx1"/>
              </a:solidFill>
            </a:rPr>
            <a:t>peers</a:t>
          </a:r>
          <a:r>
            <a:rPr lang="de-CH" sz="2200" b="1" kern="1200" dirty="0">
              <a:solidFill>
                <a:schemeClr val="tx1"/>
              </a:solidFill>
            </a:rPr>
            <a:t>: </a:t>
          </a:r>
          <a:r>
            <a:rPr lang="de-CH" sz="2200" kern="1200" dirty="0" err="1"/>
            <a:t>only</a:t>
          </a:r>
          <a:r>
            <a:rPr lang="de-CH" sz="2200" kern="1200" dirty="0"/>
            <a:t> </a:t>
          </a:r>
          <a:r>
            <a:rPr lang="de-CH" sz="2200" kern="1200" dirty="0" err="1"/>
            <a:t>receive</a:t>
          </a:r>
          <a:r>
            <a:rPr lang="de-CH" sz="2200" kern="1200" dirty="0"/>
            <a:t> </a:t>
          </a:r>
          <a:r>
            <a:rPr lang="de-CH" sz="2200" kern="1200" dirty="0" err="1"/>
            <a:t>hash</a:t>
          </a:r>
          <a:r>
            <a:rPr lang="de-CH" sz="2200" kern="1200" dirty="0"/>
            <a:t> </a:t>
          </a:r>
          <a:r>
            <a:rPr lang="de-CH" sz="2200" kern="1200" dirty="0" err="1"/>
            <a:t>of</a:t>
          </a:r>
          <a:r>
            <a:rPr lang="de-CH" sz="2200" kern="1200" dirty="0"/>
            <a:t> </a:t>
          </a:r>
          <a:r>
            <a:rPr lang="de-CH" sz="2200" kern="1200" dirty="0" err="1"/>
            <a:t>the</a:t>
          </a:r>
          <a:r>
            <a:rPr lang="de-CH" sz="2200" kern="1200" dirty="0"/>
            <a:t> </a:t>
          </a:r>
          <a:r>
            <a:rPr lang="de-CH" sz="2200" kern="1200" dirty="0" err="1"/>
            <a:t>message</a:t>
          </a:r>
          <a:endParaRPr lang="en-US" sz="2200" kern="1200" dirty="0"/>
        </a:p>
      </dsp:txBody>
      <dsp:txXfrm>
        <a:off x="0" y="444779"/>
        <a:ext cx="6594490" cy="1593900"/>
      </dsp:txXfrm>
    </dsp:sp>
    <dsp:sp modelId="{A03BAE0B-6C95-41A9-A469-0DC6D33BF839}">
      <dsp:nvSpPr>
        <dsp:cNvPr id="0" name=""/>
        <dsp:cNvSpPr/>
      </dsp:nvSpPr>
      <dsp:spPr>
        <a:xfrm>
          <a:off x="329724" y="120059"/>
          <a:ext cx="4616143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4479" tIns="0" rIns="17447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200" kern="1200"/>
            <a:t>tow gropus of neighbours:</a:t>
          </a:r>
          <a:endParaRPr lang="en-US" sz="2200" kern="1200"/>
        </a:p>
      </dsp:txBody>
      <dsp:txXfrm>
        <a:off x="361427" y="151762"/>
        <a:ext cx="4552737" cy="586034"/>
      </dsp:txXfrm>
    </dsp:sp>
    <dsp:sp modelId="{2657F6B5-7A03-418D-9E28-3D668979C1FD}">
      <dsp:nvSpPr>
        <dsp:cNvPr id="0" name=""/>
        <dsp:cNvSpPr/>
      </dsp:nvSpPr>
      <dsp:spPr>
        <a:xfrm>
          <a:off x="0" y="2482200"/>
          <a:ext cx="6594490" cy="25640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1806" tIns="458216" rIns="511806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CH" sz="2200" b="1" kern="1200" dirty="0">
              <a:solidFill>
                <a:schemeClr val="tx1"/>
              </a:solidFill>
            </a:rPr>
            <a:t>high </a:t>
          </a:r>
          <a:r>
            <a:rPr lang="de-CH" sz="2200" b="1" kern="1200" dirty="0" err="1">
              <a:solidFill>
                <a:schemeClr val="tx1"/>
              </a:solidFill>
            </a:rPr>
            <a:t>reliability</a:t>
          </a:r>
          <a:r>
            <a:rPr lang="de-CH" sz="2200" b="1" kern="1200" dirty="0">
              <a:solidFill>
                <a:schemeClr val="tx1"/>
              </a:solidFill>
            </a:rPr>
            <a:t>: </a:t>
          </a:r>
          <a:r>
            <a:rPr lang="de-CH" sz="2200" kern="1200" dirty="0" err="1"/>
            <a:t>every</a:t>
          </a:r>
          <a:r>
            <a:rPr lang="de-CH" sz="2200" kern="1200" dirty="0"/>
            <a:t> </a:t>
          </a:r>
          <a:r>
            <a:rPr lang="de-CH" sz="2200" kern="1200" dirty="0" err="1"/>
            <a:t>node</a:t>
          </a:r>
          <a:r>
            <a:rPr lang="de-CH" sz="2200" kern="1200" dirty="0"/>
            <a:t> </a:t>
          </a:r>
          <a:r>
            <a:rPr lang="de-CH" sz="2200" kern="1200" dirty="0" err="1"/>
            <a:t>ultimately</a:t>
          </a:r>
          <a:r>
            <a:rPr lang="de-CH" sz="2200" kern="1200" dirty="0"/>
            <a:t> </a:t>
          </a:r>
          <a:r>
            <a:rPr lang="de-CH" sz="2200" kern="1200" dirty="0" err="1"/>
            <a:t>receives</a:t>
          </a:r>
          <a:r>
            <a:rPr lang="de-CH" sz="2200" kern="1200" dirty="0"/>
            <a:t> </a:t>
          </a:r>
          <a:r>
            <a:rPr lang="de-CH" sz="2200" kern="1200" dirty="0" err="1"/>
            <a:t>every</a:t>
          </a:r>
          <a:r>
            <a:rPr lang="de-CH" sz="2200" kern="1200" dirty="0"/>
            <a:t> </a:t>
          </a:r>
          <a:r>
            <a:rPr lang="de-CH" sz="2200" kern="1200" dirty="0" err="1"/>
            <a:t>message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CH" sz="2200" b="1" kern="1200" dirty="0" err="1">
              <a:solidFill>
                <a:schemeClr val="tx1"/>
              </a:solidFill>
            </a:rPr>
            <a:t>efficiency</a:t>
          </a:r>
          <a:r>
            <a:rPr lang="de-CH" sz="2200" b="1" kern="1200" dirty="0">
              <a:solidFill>
                <a:schemeClr val="tx1"/>
              </a:solidFill>
            </a:rPr>
            <a:t>:</a:t>
          </a:r>
          <a:r>
            <a:rPr lang="de-CH" sz="2200" kern="1200" dirty="0"/>
            <a:t> </a:t>
          </a:r>
          <a:r>
            <a:rPr lang="de-CH" sz="2200" kern="1200" dirty="0" err="1"/>
            <a:t>only</a:t>
          </a:r>
          <a:r>
            <a:rPr lang="de-CH" sz="2200" kern="1200" dirty="0"/>
            <a:t> a </a:t>
          </a:r>
          <a:r>
            <a:rPr lang="de-CH" sz="2200" kern="1200" dirty="0" err="1"/>
            <a:t>few</a:t>
          </a:r>
          <a:r>
            <a:rPr lang="de-CH" sz="2200" kern="1200" dirty="0"/>
            <a:t> </a:t>
          </a:r>
          <a:r>
            <a:rPr lang="de-CH" sz="2200" kern="1200" dirty="0" err="1"/>
            <a:t>messages</a:t>
          </a:r>
          <a:r>
            <a:rPr lang="de-CH" sz="2200" kern="1200" dirty="0"/>
            <a:t> </a:t>
          </a:r>
          <a:r>
            <a:rPr lang="de-CH" sz="2200" kern="1200" dirty="0" err="1"/>
            <a:t>contain</a:t>
          </a:r>
          <a:r>
            <a:rPr lang="de-CH" sz="2200" kern="1200" dirty="0"/>
            <a:t> </a:t>
          </a:r>
          <a:r>
            <a:rPr lang="de-CH" sz="2200" kern="1200" dirty="0" err="1"/>
            <a:t>the</a:t>
          </a:r>
          <a:r>
            <a:rPr lang="de-CH" sz="2200" kern="1200" dirty="0"/>
            <a:t> </a:t>
          </a:r>
          <a:r>
            <a:rPr lang="de-CH" sz="2200" kern="1200" dirty="0" err="1"/>
            <a:t>full</a:t>
          </a:r>
          <a:r>
            <a:rPr lang="de-CH" sz="2200" kern="1200" dirty="0"/>
            <a:t> </a:t>
          </a:r>
          <a:r>
            <a:rPr lang="de-CH" sz="2200" kern="1200" dirty="0" err="1"/>
            <a:t>content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CH" sz="2200" b="1" kern="1200" dirty="0" err="1">
              <a:solidFill>
                <a:schemeClr val="tx1"/>
              </a:solidFill>
            </a:rPr>
            <a:t>self-optimising</a:t>
          </a:r>
          <a:r>
            <a:rPr lang="de-CH" sz="2200" b="1" kern="1200" dirty="0">
              <a:solidFill>
                <a:schemeClr val="tx1"/>
              </a:solidFill>
            </a:rPr>
            <a:t>:</a:t>
          </a:r>
          <a:r>
            <a:rPr lang="de-CH" sz="2200" kern="1200" dirty="0">
              <a:solidFill>
                <a:schemeClr val="tx1"/>
              </a:solidFill>
            </a:rPr>
            <a:t> </a:t>
          </a:r>
          <a:r>
            <a:rPr lang="de-CH" sz="2200" kern="1200" dirty="0" err="1"/>
            <a:t>paths</a:t>
          </a:r>
          <a:r>
            <a:rPr lang="de-CH" sz="2200" kern="1200" dirty="0"/>
            <a:t> </a:t>
          </a:r>
          <a:r>
            <a:rPr lang="de-CH" sz="2200" kern="1200" dirty="0" err="1"/>
            <a:t>with</a:t>
          </a:r>
          <a:r>
            <a:rPr lang="de-CH" sz="2200" kern="1200" dirty="0"/>
            <a:t> </a:t>
          </a:r>
          <a:r>
            <a:rPr lang="de-CH" sz="2200" kern="1200" dirty="0" err="1"/>
            <a:t>low</a:t>
          </a:r>
          <a:r>
            <a:rPr lang="de-CH" sz="2200" kern="1200" dirty="0"/>
            <a:t> </a:t>
          </a:r>
          <a:r>
            <a:rPr lang="de-CH" sz="2200" kern="1200" dirty="0" err="1"/>
            <a:t>latency</a:t>
          </a:r>
          <a:r>
            <a:rPr lang="de-CH" sz="2200" kern="1200" dirty="0"/>
            <a:t> </a:t>
          </a:r>
          <a:r>
            <a:rPr lang="de-CH" sz="2200" kern="1200" dirty="0" err="1"/>
            <a:t>are</a:t>
          </a:r>
          <a:r>
            <a:rPr lang="de-CH" sz="2200" kern="1200" dirty="0"/>
            <a:t> </a:t>
          </a:r>
          <a:r>
            <a:rPr lang="de-CH" sz="2200" kern="1200" dirty="0" err="1"/>
            <a:t>used</a:t>
          </a:r>
          <a:r>
            <a:rPr lang="de-CH" sz="2200" kern="1200" dirty="0"/>
            <a:t> </a:t>
          </a:r>
          <a:r>
            <a:rPr lang="de-CH" sz="2200" kern="1200" dirty="0" err="1"/>
            <a:t>preferentially</a:t>
          </a:r>
          <a:endParaRPr lang="en-US" sz="2200" kern="1200" dirty="0"/>
        </a:p>
      </dsp:txBody>
      <dsp:txXfrm>
        <a:off x="0" y="2482200"/>
        <a:ext cx="6594490" cy="2564099"/>
      </dsp:txXfrm>
    </dsp:sp>
    <dsp:sp modelId="{2FC50667-8A22-4FD8-B782-9BB2F0F54C66}">
      <dsp:nvSpPr>
        <dsp:cNvPr id="0" name=""/>
        <dsp:cNvSpPr/>
      </dsp:nvSpPr>
      <dsp:spPr>
        <a:xfrm>
          <a:off x="329724" y="2157479"/>
          <a:ext cx="4616143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4479" tIns="0" rIns="17447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200" kern="1200"/>
            <a:t>advantages:</a:t>
          </a:r>
          <a:endParaRPr lang="en-US" sz="2200" kern="1200"/>
        </a:p>
      </dsp:txBody>
      <dsp:txXfrm>
        <a:off x="361427" y="2189182"/>
        <a:ext cx="4552737" cy="5860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2F2192-BB41-43BA-9FE2-D2F027BC22EC}">
      <dsp:nvSpPr>
        <dsp:cNvPr id="0" name=""/>
        <dsp:cNvSpPr/>
      </dsp:nvSpPr>
      <dsp:spPr>
        <a:xfrm>
          <a:off x="0" y="2144"/>
          <a:ext cx="6594490" cy="108675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4E5D82-BFFF-4722-9C00-D9BE3C7543F1}">
      <dsp:nvSpPr>
        <dsp:cNvPr id="0" name=""/>
        <dsp:cNvSpPr/>
      </dsp:nvSpPr>
      <dsp:spPr>
        <a:xfrm>
          <a:off x="328742" y="246663"/>
          <a:ext cx="597713" cy="5977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2FDF14-0609-4BC0-8A14-880B05230CF1}">
      <dsp:nvSpPr>
        <dsp:cNvPr id="0" name=""/>
        <dsp:cNvSpPr/>
      </dsp:nvSpPr>
      <dsp:spPr>
        <a:xfrm>
          <a:off x="1255198" y="2144"/>
          <a:ext cx="5339291" cy="1086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015" tIns="115015" rIns="115015" bIns="11501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800" b="1" kern="1200" dirty="0" err="1">
              <a:latin typeface="Consolas" panose="020B0609020204030204" pitchFamily="49" charset="0"/>
            </a:rPr>
            <a:t>big_hyparview</a:t>
          </a:r>
          <a:r>
            <a:rPr lang="de-CH" sz="1800" b="1" kern="1200" dirty="0">
              <a:latin typeface="Consolas" panose="020B0609020204030204" pitchFamily="49" charset="0"/>
            </a:rPr>
            <a:t>:</a:t>
          </a:r>
          <a:r>
            <a:rPr lang="de-CH" sz="1800" kern="1200" dirty="0"/>
            <a:t> </a:t>
          </a:r>
          <a:r>
            <a:rPr lang="de-CH" sz="1800" kern="1200" dirty="0" err="1"/>
            <a:t>checks</a:t>
          </a:r>
          <a:r>
            <a:rPr lang="de-CH" sz="1800" kern="1200" dirty="0"/>
            <a:t> </a:t>
          </a:r>
          <a:r>
            <a:rPr lang="de-CH" sz="1800" kern="1200" dirty="0" err="1"/>
            <a:t>whether</a:t>
          </a:r>
          <a:r>
            <a:rPr lang="de-CH" sz="1800" kern="1200" dirty="0"/>
            <a:t> all </a:t>
          </a:r>
          <a:r>
            <a:rPr lang="de-CH" sz="1800" kern="1200" dirty="0" err="1"/>
            <a:t>peers</a:t>
          </a:r>
          <a:r>
            <a:rPr lang="de-CH" sz="1800" kern="1200" dirty="0"/>
            <a:t> </a:t>
          </a:r>
          <a:r>
            <a:rPr lang="de-CH" sz="1800" kern="1200" dirty="0" err="1"/>
            <a:t>have</a:t>
          </a:r>
          <a:r>
            <a:rPr lang="de-CH" sz="1800" kern="1200" dirty="0"/>
            <a:t> </a:t>
          </a:r>
          <a:r>
            <a:rPr lang="de-CH" sz="1800" kern="1200" dirty="0" err="1"/>
            <a:t>neighbours</a:t>
          </a:r>
          <a:r>
            <a:rPr lang="de-CH" sz="1800" kern="1200" dirty="0"/>
            <a:t> after </a:t>
          </a:r>
          <a:r>
            <a:rPr lang="de-CH" sz="1800" kern="1200" dirty="0" err="1"/>
            <a:t>bootstrap</a:t>
          </a:r>
          <a:endParaRPr lang="en-US" sz="1800" kern="1200" dirty="0"/>
        </a:p>
      </dsp:txBody>
      <dsp:txXfrm>
        <a:off x="1255198" y="2144"/>
        <a:ext cx="5339291" cy="1086751"/>
      </dsp:txXfrm>
    </dsp:sp>
    <dsp:sp modelId="{F73CD4C6-596E-4755-9ACC-83EE8DF4BB3F}">
      <dsp:nvSpPr>
        <dsp:cNvPr id="0" name=""/>
        <dsp:cNvSpPr/>
      </dsp:nvSpPr>
      <dsp:spPr>
        <a:xfrm>
          <a:off x="0" y="1360584"/>
          <a:ext cx="6594490" cy="108675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A56E02-B8E7-4390-BF2B-477B09FD7DCA}">
      <dsp:nvSpPr>
        <dsp:cNvPr id="0" name=""/>
        <dsp:cNvSpPr/>
      </dsp:nvSpPr>
      <dsp:spPr>
        <a:xfrm>
          <a:off x="328742" y="1605103"/>
          <a:ext cx="597713" cy="5977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8836AF-CCDF-44CD-86AE-DC75AA85A2AB}">
      <dsp:nvSpPr>
        <dsp:cNvPr id="0" name=""/>
        <dsp:cNvSpPr/>
      </dsp:nvSpPr>
      <dsp:spPr>
        <a:xfrm>
          <a:off x="1255198" y="1360584"/>
          <a:ext cx="5339291" cy="1086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015" tIns="115015" rIns="115015" bIns="11501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800" b="1" kern="1200" dirty="0" err="1">
              <a:latin typeface="Consolas" panose="020B0609020204030204" pitchFamily="49" charset="0"/>
            </a:rPr>
            <a:t>big_single_sender</a:t>
          </a:r>
          <a:r>
            <a:rPr lang="de-CH" sz="1800" b="1" kern="1200" dirty="0">
              <a:latin typeface="Consolas" panose="020B0609020204030204" pitchFamily="49" charset="0"/>
            </a:rPr>
            <a:t>:</a:t>
          </a:r>
          <a:r>
            <a:rPr lang="de-CH" sz="1800" kern="1200" dirty="0"/>
            <a:t> </a:t>
          </a:r>
          <a:r>
            <a:rPr lang="de-CH" sz="1800" kern="1200" dirty="0" err="1"/>
            <a:t>measures</a:t>
          </a:r>
          <a:r>
            <a:rPr lang="de-CH" sz="1800" kern="1200" dirty="0"/>
            <a:t> </a:t>
          </a:r>
          <a:r>
            <a:rPr lang="de-CH" sz="1800" kern="1200" dirty="0" err="1"/>
            <a:t>delivery</a:t>
          </a:r>
          <a:r>
            <a:rPr lang="de-CH" sz="1800" kern="1200" dirty="0"/>
            <a:t> rate, </a:t>
          </a:r>
          <a:r>
            <a:rPr lang="de-CH" sz="1800" kern="1200" dirty="0" err="1"/>
            <a:t>duplicates</a:t>
          </a:r>
          <a:r>
            <a:rPr lang="de-CH" sz="1800" kern="1200" dirty="0"/>
            <a:t>, </a:t>
          </a:r>
          <a:r>
            <a:rPr lang="de-CH" sz="1800" kern="1200" dirty="0" err="1"/>
            <a:t>efficiency</a:t>
          </a:r>
          <a:endParaRPr lang="en-US" sz="1800" kern="1200" dirty="0"/>
        </a:p>
      </dsp:txBody>
      <dsp:txXfrm>
        <a:off x="1255198" y="1360584"/>
        <a:ext cx="5339291" cy="1086751"/>
      </dsp:txXfrm>
    </dsp:sp>
    <dsp:sp modelId="{1632065F-E537-4FFE-92EC-796F487C4B8F}">
      <dsp:nvSpPr>
        <dsp:cNvPr id="0" name=""/>
        <dsp:cNvSpPr/>
      </dsp:nvSpPr>
      <dsp:spPr>
        <a:xfrm>
          <a:off x="0" y="2719023"/>
          <a:ext cx="6594490" cy="108675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D8F222-573C-47E4-8491-BA4EADC23D4B}">
      <dsp:nvSpPr>
        <dsp:cNvPr id="0" name=""/>
        <dsp:cNvSpPr/>
      </dsp:nvSpPr>
      <dsp:spPr>
        <a:xfrm>
          <a:off x="328742" y="2963543"/>
          <a:ext cx="597713" cy="5977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CF3093-79C2-4D93-A650-B221A412B022}">
      <dsp:nvSpPr>
        <dsp:cNvPr id="0" name=""/>
        <dsp:cNvSpPr/>
      </dsp:nvSpPr>
      <dsp:spPr>
        <a:xfrm>
          <a:off x="1255198" y="2719023"/>
          <a:ext cx="5339291" cy="1086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015" tIns="115015" rIns="115015" bIns="11501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800" b="1" kern="1200" dirty="0" err="1">
              <a:latin typeface="Consolas" panose="020B0609020204030204" pitchFamily="49" charset="0"/>
            </a:rPr>
            <a:t>big_multiple_sender</a:t>
          </a:r>
          <a:r>
            <a:rPr lang="de-CH" sz="1800" b="1" kern="1200" dirty="0">
              <a:latin typeface="Consolas" panose="020B0609020204030204" pitchFamily="49" charset="0"/>
            </a:rPr>
            <a:t>:</a:t>
          </a:r>
          <a:r>
            <a:rPr lang="de-CH" sz="1800" kern="1200" dirty="0"/>
            <a:t> stress </a:t>
          </a:r>
          <a:r>
            <a:rPr lang="de-CH" sz="1800" kern="1200" dirty="0" err="1"/>
            <a:t>test</a:t>
          </a:r>
          <a:r>
            <a:rPr lang="de-CH" sz="1800" kern="1200" dirty="0"/>
            <a:t>, </a:t>
          </a:r>
          <a:r>
            <a:rPr lang="de-CH" sz="1800" kern="1200" dirty="0" err="1"/>
            <a:t>measures</a:t>
          </a:r>
          <a:r>
            <a:rPr lang="de-CH" sz="1800" kern="1200" dirty="0"/>
            <a:t> </a:t>
          </a:r>
          <a:r>
            <a:rPr lang="de-CH" sz="1800" kern="1200" dirty="0" err="1"/>
            <a:t>propagation</a:t>
          </a:r>
          <a:r>
            <a:rPr lang="de-CH" sz="1800" kern="1200" dirty="0"/>
            <a:t> and </a:t>
          </a:r>
          <a:r>
            <a:rPr lang="de-CH" sz="1800" kern="1200" dirty="0" err="1"/>
            <a:t>deduplication</a:t>
          </a:r>
          <a:endParaRPr lang="en-US" sz="1800" kern="1200" dirty="0"/>
        </a:p>
      </dsp:txBody>
      <dsp:txXfrm>
        <a:off x="1255198" y="2719023"/>
        <a:ext cx="5339291" cy="1086751"/>
      </dsp:txXfrm>
    </dsp:sp>
    <dsp:sp modelId="{A7E929D6-6377-4C72-A5B2-3EE654381982}">
      <dsp:nvSpPr>
        <dsp:cNvPr id="0" name=""/>
        <dsp:cNvSpPr/>
      </dsp:nvSpPr>
      <dsp:spPr>
        <a:xfrm>
          <a:off x="0" y="4077463"/>
          <a:ext cx="6594490" cy="108675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425643-867C-42AA-A0C0-BAF7912247DC}">
      <dsp:nvSpPr>
        <dsp:cNvPr id="0" name=""/>
        <dsp:cNvSpPr/>
      </dsp:nvSpPr>
      <dsp:spPr>
        <a:xfrm>
          <a:off x="328742" y="4321983"/>
          <a:ext cx="597713" cy="5977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FD7C48-BBFE-4B43-9AEF-1D4CA0BEBDC0}">
      <dsp:nvSpPr>
        <dsp:cNvPr id="0" name=""/>
        <dsp:cNvSpPr/>
      </dsp:nvSpPr>
      <dsp:spPr>
        <a:xfrm>
          <a:off x="1255198" y="4077463"/>
          <a:ext cx="5339291" cy="1086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015" tIns="115015" rIns="115015" bIns="11501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800" b="1" kern="1200" dirty="0" err="1">
              <a:latin typeface="Consolas" panose="020B0609020204030204" pitchFamily="49" charset="0"/>
            </a:rPr>
            <a:t>big_burst</a:t>
          </a:r>
          <a:r>
            <a:rPr lang="de-CH" sz="1800" b="1" kern="1200" dirty="0">
              <a:latin typeface="Consolas" panose="020B0609020204030204" pitchFamily="49" charset="0"/>
            </a:rPr>
            <a:t>:</a:t>
          </a:r>
          <a:r>
            <a:rPr lang="de-CH" sz="1800" kern="1200" dirty="0"/>
            <a:t> </a:t>
          </a:r>
          <a:r>
            <a:rPr lang="de-CH" sz="1800" kern="1200" dirty="0" err="1"/>
            <a:t>each</a:t>
          </a:r>
          <a:r>
            <a:rPr lang="de-CH" sz="1800" kern="1200" dirty="0"/>
            <a:t> </a:t>
          </a:r>
          <a:r>
            <a:rPr lang="de-CH" sz="1800" kern="1200" dirty="0" err="1"/>
            <a:t>peer</a:t>
          </a:r>
          <a:r>
            <a:rPr lang="de-CH" sz="1800" kern="1200" dirty="0"/>
            <a:t> </a:t>
          </a:r>
          <a:r>
            <a:rPr lang="de-CH" sz="1800" kern="1200" dirty="0" err="1"/>
            <a:t>sends</a:t>
          </a:r>
          <a:r>
            <a:rPr lang="de-CH" sz="1800" kern="1200" dirty="0"/>
            <a:t> </a:t>
          </a:r>
          <a:r>
            <a:rPr lang="de-CH" sz="1800" kern="1200" dirty="0" err="1"/>
            <a:t>many</a:t>
          </a:r>
          <a:r>
            <a:rPr lang="de-CH" sz="1800" kern="1200" dirty="0"/>
            <a:t> </a:t>
          </a:r>
          <a:r>
            <a:rPr lang="de-CH" sz="1800" kern="1200" dirty="0" err="1"/>
            <a:t>messages</a:t>
          </a:r>
          <a:r>
            <a:rPr lang="de-CH" sz="1800" kern="1200" dirty="0"/>
            <a:t>; </a:t>
          </a:r>
          <a:r>
            <a:rPr lang="de-CH" sz="1800" kern="1200" dirty="0" err="1"/>
            <a:t>measures</a:t>
          </a:r>
          <a:r>
            <a:rPr lang="de-CH" sz="1800" kern="1200" dirty="0"/>
            <a:t> </a:t>
          </a:r>
          <a:r>
            <a:rPr lang="de-CH" sz="1800" kern="1200" dirty="0" err="1"/>
            <a:t>scalability</a:t>
          </a:r>
          <a:r>
            <a:rPr lang="de-CH" sz="1800" kern="1200" dirty="0"/>
            <a:t> and </a:t>
          </a:r>
          <a:r>
            <a:rPr lang="de-CH" sz="1800" kern="1200" dirty="0" err="1"/>
            <a:t>performance</a:t>
          </a:r>
          <a:r>
            <a:rPr lang="de-CH" sz="1800" kern="1200" dirty="0"/>
            <a:t> </a:t>
          </a:r>
          <a:r>
            <a:rPr lang="de-CH" sz="1800" kern="1200" dirty="0" err="1"/>
            <a:t>under</a:t>
          </a:r>
          <a:r>
            <a:rPr lang="de-CH" sz="1800" kern="1200" dirty="0"/>
            <a:t> high </a:t>
          </a:r>
          <a:r>
            <a:rPr lang="de-CH" sz="1800" kern="1200" dirty="0" err="1"/>
            <a:t>load</a:t>
          </a:r>
          <a:endParaRPr lang="en-US" sz="1800" kern="1200" dirty="0"/>
        </a:p>
      </dsp:txBody>
      <dsp:txXfrm>
        <a:off x="1255198" y="4077463"/>
        <a:ext cx="5339291" cy="108675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0D2993-7684-4B0C-84B3-31EA269C5C14}">
      <dsp:nvSpPr>
        <dsp:cNvPr id="0" name=""/>
        <dsp:cNvSpPr/>
      </dsp:nvSpPr>
      <dsp:spPr>
        <a:xfrm>
          <a:off x="0" y="2144"/>
          <a:ext cx="6594490" cy="1086751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09B09A-BD6C-4A30-9A8A-36E9C352BC84}">
      <dsp:nvSpPr>
        <dsp:cNvPr id="0" name=""/>
        <dsp:cNvSpPr/>
      </dsp:nvSpPr>
      <dsp:spPr>
        <a:xfrm>
          <a:off x="328742" y="246663"/>
          <a:ext cx="597713" cy="5977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4C6FC4-261E-46A2-89A4-72A970F955DE}">
      <dsp:nvSpPr>
        <dsp:cNvPr id="0" name=""/>
        <dsp:cNvSpPr/>
      </dsp:nvSpPr>
      <dsp:spPr>
        <a:xfrm>
          <a:off x="1255198" y="2144"/>
          <a:ext cx="5339291" cy="1086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015" tIns="115015" rIns="115015" bIns="11501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400" b="1" kern="1200" dirty="0">
              <a:solidFill>
                <a:schemeClr val="accent1"/>
              </a:solidFill>
            </a:rPr>
            <a:t>Possible </a:t>
          </a:r>
          <a:r>
            <a:rPr lang="de-CH" sz="2400" b="1" kern="1200" dirty="0" err="1">
              <a:solidFill>
                <a:schemeClr val="accent1"/>
              </a:solidFill>
            </a:rPr>
            <a:t>questions</a:t>
          </a:r>
          <a:r>
            <a:rPr lang="de-CH" sz="2400" b="1" kern="1200" dirty="0">
              <a:solidFill>
                <a:schemeClr val="accent1"/>
              </a:solidFill>
            </a:rPr>
            <a:t> </a:t>
          </a:r>
          <a:r>
            <a:rPr lang="de-CH" sz="2400" b="1" kern="1200" dirty="0" err="1">
              <a:solidFill>
                <a:schemeClr val="accent1"/>
              </a:solidFill>
            </a:rPr>
            <a:t>to</a:t>
          </a:r>
          <a:r>
            <a:rPr lang="de-CH" sz="2400" b="1" kern="1200" dirty="0">
              <a:solidFill>
                <a:schemeClr val="accent1"/>
              </a:solidFill>
            </a:rPr>
            <a:t> </a:t>
          </a:r>
          <a:r>
            <a:rPr lang="de-CH" sz="2400" b="1" kern="1200" dirty="0" err="1">
              <a:solidFill>
                <a:schemeClr val="accent1"/>
              </a:solidFill>
            </a:rPr>
            <a:t>answer</a:t>
          </a:r>
          <a:r>
            <a:rPr lang="de-CH" sz="2400" b="1" kern="1200" dirty="0">
              <a:solidFill>
                <a:schemeClr val="accent1"/>
              </a:solidFill>
            </a:rPr>
            <a:t>:</a:t>
          </a:r>
          <a:endParaRPr lang="en-US" sz="2400" b="1" kern="1200" dirty="0">
            <a:solidFill>
              <a:schemeClr val="accent1"/>
            </a:solidFill>
          </a:endParaRPr>
        </a:p>
      </dsp:txBody>
      <dsp:txXfrm>
        <a:off x="1255198" y="2144"/>
        <a:ext cx="5339291" cy="1086751"/>
      </dsp:txXfrm>
    </dsp:sp>
    <dsp:sp modelId="{CDB31394-46C3-4A9E-889C-921145B26887}">
      <dsp:nvSpPr>
        <dsp:cNvPr id="0" name=""/>
        <dsp:cNvSpPr/>
      </dsp:nvSpPr>
      <dsp:spPr>
        <a:xfrm>
          <a:off x="0" y="1360584"/>
          <a:ext cx="6594490" cy="108675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926530-2EA9-40AA-A644-063788640E76}">
      <dsp:nvSpPr>
        <dsp:cNvPr id="0" name=""/>
        <dsp:cNvSpPr/>
      </dsp:nvSpPr>
      <dsp:spPr>
        <a:xfrm>
          <a:off x="328742" y="1605103"/>
          <a:ext cx="597713" cy="5977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55950C-F8D2-4CD2-9DEC-83E0E75BE5B1}">
      <dsp:nvSpPr>
        <dsp:cNvPr id="0" name=""/>
        <dsp:cNvSpPr/>
      </dsp:nvSpPr>
      <dsp:spPr>
        <a:xfrm>
          <a:off x="1255198" y="1360584"/>
          <a:ext cx="5339291" cy="1086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015" tIns="115015" rIns="115015" bIns="11501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900" kern="1200" dirty="0" err="1"/>
            <a:t>How</a:t>
          </a:r>
          <a:r>
            <a:rPr lang="de-CH" sz="1900" kern="1200" dirty="0"/>
            <a:t> robust </a:t>
          </a:r>
          <a:r>
            <a:rPr lang="de-CH" sz="1900" kern="1200" dirty="0" err="1"/>
            <a:t>is</a:t>
          </a:r>
          <a:r>
            <a:rPr lang="de-CH" sz="1900" kern="1200" dirty="0"/>
            <a:t> </a:t>
          </a:r>
          <a:r>
            <a:rPr lang="de-CH" sz="1900" kern="1200" dirty="0" err="1"/>
            <a:t>the</a:t>
          </a:r>
          <a:r>
            <a:rPr lang="de-CH" sz="1900" kern="1200" dirty="0"/>
            <a:t> </a:t>
          </a:r>
          <a:r>
            <a:rPr lang="de-CH" sz="1900" kern="1200" dirty="0" err="1"/>
            <a:t>gossip</a:t>
          </a:r>
          <a:r>
            <a:rPr lang="de-CH" sz="1900" kern="1200" dirty="0"/>
            <a:t> </a:t>
          </a:r>
          <a:r>
            <a:rPr lang="de-CH" sz="1900" kern="1200" dirty="0" err="1"/>
            <a:t>against</a:t>
          </a:r>
          <a:r>
            <a:rPr lang="de-CH" sz="1900" kern="1200" dirty="0"/>
            <a:t> network </a:t>
          </a:r>
          <a:r>
            <a:rPr lang="de-CH" sz="1900" kern="1200" dirty="0" err="1"/>
            <a:t>failures</a:t>
          </a:r>
          <a:r>
            <a:rPr lang="de-CH" sz="1900" kern="1200" dirty="0"/>
            <a:t>, i. e. packet </a:t>
          </a:r>
          <a:r>
            <a:rPr lang="de-CH" sz="1900" kern="1200" dirty="0" err="1"/>
            <a:t>loss</a:t>
          </a:r>
          <a:r>
            <a:rPr lang="de-CH" sz="1900" kern="1200" dirty="0"/>
            <a:t>, </a:t>
          </a:r>
          <a:r>
            <a:rPr lang="de-CH" sz="1900" kern="1200" dirty="0" err="1"/>
            <a:t>latency</a:t>
          </a:r>
          <a:r>
            <a:rPr lang="de-CH" sz="1900" kern="1200" dirty="0"/>
            <a:t>, </a:t>
          </a:r>
          <a:r>
            <a:rPr lang="de-CH" sz="1900" kern="1200" dirty="0" err="1"/>
            <a:t>interruptions</a:t>
          </a:r>
          <a:r>
            <a:rPr lang="de-CH" sz="1900" kern="1200" dirty="0"/>
            <a:t>?</a:t>
          </a:r>
          <a:endParaRPr lang="en-US" sz="1900" kern="1200" dirty="0"/>
        </a:p>
      </dsp:txBody>
      <dsp:txXfrm>
        <a:off x="1255198" y="1360584"/>
        <a:ext cx="5339291" cy="1086751"/>
      </dsp:txXfrm>
    </dsp:sp>
    <dsp:sp modelId="{C65E721A-3AC6-4E98-84D1-0BA2AAD97D92}">
      <dsp:nvSpPr>
        <dsp:cNvPr id="0" name=""/>
        <dsp:cNvSpPr/>
      </dsp:nvSpPr>
      <dsp:spPr>
        <a:xfrm>
          <a:off x="0" y="2719023"/>
          <a:ext cx="6594490" cy="108675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50CA22-6607-4BAB-9A58-1873FCAC56E7}">
      <dsp:nvSpPr>
        <dsp:cNvPr id="0" name=""/>
        <dsp:cNvSpPr/>
      </dsp:nvSpPr>
      <dsp:spPr>
        <a:xfrm>
          <a:off x="328742" y="2963543"/>
          <a:ext cx="597713" cy="5977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7D0BE7-3768-4A7C-AB61-AA3BF78630A4}">
      <dsp:nvSpPr>
        <dsp:cNvPr id="0" name=""/>
        <dsp:cNvSpPr/>
      </dsp:nvSpPr>
      <dsp:spPr>
        <a:xfrm>
          <a:off x="1255198" y="2719023"/>
          <a:ext cx="5339291" cy="1086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015" tIns="115015" rIns="115015" bIns="11501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900" kern="1200"/>
            <a:t>How much does discovery (direct vs. relay) affect delivery rates?</a:t>
          </a:r>
          <a:endParaRPr lang="en-US" sz="1900" kern="1200"/>
        </a:p>
      </dsp:txBody>
      <dsp:txXfrm>
        <a:off x="1255198" y="2719023"/>
        <a:ext cx="5339291" cy="1086751"/>
      </dsp:txXfrm>
    </dsp:sp>
    <dsp:sp modelId="{0A5C5BFF-E8F8-49E6-9E90-DCB189BCEB27}">
      <dsp:nvSpPr>
        <dsp:cNvPr id="0" name=""/>
        <dsp:cNvSpPr/>
      </dsp:nvSpPr>
      <dsp:spPr>
        <a:xfrm>
          <a:off x="0" y="4077463"/>
          <a:ext cx="6594490" cy="108675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622367-4494-4BCF-B958-9B08806AF694}">
      <dsp:nvSpPr>
        <dsp:cNvPr id="0" name=""/>
        <dsp:cNvSpPr/>
      </dsp:nvSpPr>
      <dsp:spPr>
        <a:xfrm>
          <a:off x="328742" y="4321983"/>
          <a:ext cx="597713" cy="5977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1A25A-3B32-470F-ABDF-7A6492D08194}">
      <dsp:nvSpPr>
        <dsp:cNvPr id="0" name=""/>
        <dsp:cNvSpPr/>
      </dsp:nvSpPr>
      <dsp:spPr>
        <a:xfrm>
          <a:off x="1255198" y="4077463"/>
          <a:ext cx="5339291" cy="1086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015" tIns="115015" rIns="115015" bIns="11501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900" kern="1200"/>
            <a:t>How does the system converge when peers fail or reconnect?</a:t>
          </a:r>
          <a:endParaRPr lang="en-US" sz="1900" kern="1200"/>
        </a:p>
      </dsp:txBody>
      <dsp:txXfrm>
        <a:off x="1255198" y="4077463"/>
        <a:ext cx="5339291" cy="10867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480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257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06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7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00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26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99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653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50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182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24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7520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8.svg"/><Relationship Id="rId7" Type="http://schemas.openxmlformats.org/officeDocument/2006/relationships/diagramColors" Target="../diagrams/colors4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FDAE9B-7650-A785-E629-18ED7A4C7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Reliability Testing of </a:t>
            </a:r>
            <a:r>
              <a:rPr lang="en-US" sz="4100" dirty="0" err="1">
                <a:solidFill>
                  <a:schemeClr val="accent1"/>
                </a:solidFill>
              </a:rPr>
              <a:t>iroh</a:t>
            </a:r>
            <a:r>
              <a:rPr lang="en-US" sz="4100" dirty="0">
                <a:solidFill>
                  <a:schemeClr val="accent1"/>
                </a:solidFill>
              </a:rPr>
              <a:t>-gossip</a:t>
            </a:r>
            <a:r>
              <a:rPr lang="en-US" sz="4100" dirty="0"/>
              <a:t> in Realistic Network Environments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A3EAF90-8495-F060-F4E1-30707645D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100" dirty="0"/>
              <a:t>Andrea Seehuber</a:t>
            </a:r>
          </a:p>
          <a:p>
            <a:pPr>
              <a:lnSpc>
                <a:spcPct val="120000"/>
              </a:lnSpc>
            </a:pPr>
            <a:r>
              <a:rPr lang="en-US" sz="1100" dirty="0"/>
              <a:t>New Trends for Local and Global Interconnects for P2P Applications</a:t>
            </a:r>
          </a:p>
          <a:p>
            <a:pPr>
              <a:lnSpc>
                <a:spcPct val="120000"/>
              </a:lnSpc>
            </a:pPr>
            <a:r>
              <a:rPr lang="en-US" sz="1100" dirty="0"/>
              <a:t>University of Basel, 29.10.2025</a:t>
            </a:r>
          </a:p>
        </p:txBody>
      </p:sp>
      <p:pic>
        <p:nvPicPr>
          <p:cNvPr id="4" name="Picture 3" descr="Ein 3D-Muster von Ringformen, die mit Linien verbunden sind">
            <a:extLst>
              <a:ext uri="{FF2B5EF4-FFF2-40B4-BE49-F238E27FC236}">
                <a16:creationId xmlns:a16="http://schemas.microsoft.com/office/drawing/2014/main" id="{CA10D9A9-4B84-A98D-516C-DF6959CE25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14" r="37936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042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90F0E233-03F7-F569-CD62-23285D326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8568" y="1371600"/>
            <a:ext cx="5732441" cy="1097280"/>
          </a:xfrm>
        </p:spPr>
        <p:txBody>
          <a:bodyPr>
            <a:normAutofit/>
          </a:bodyPr>
          <a:lstStyle/>
          <a:p>
            <a:r>
              <a:rPr lang="de-CH"/>
              <a:t>Recap: What is iroh?</a:t>
            </a:r>
            <a:endParaRPr lang="de-CH" dirty="0"/>
          </a:p>
        </p:txBody>
      </p:sp>
      <p:pic>
        <p:nvPicPr>
          <p:cNvPr id="12" name="Grafik 11" descr="Ein Bild, das Schrift, Grafiken, Electric Blue (Farbe), Logo enthält.&#10;&#10;KI-generierte Inhalte können fehlerhaft sein.">
            <a:extLst>
              <a:ext uri="{FF2B5EF4-FFF2-40B4-BE49-F238E27FC236}">
                <a16:creationId xmlns:a16="http://schemas.microsoft.com/office/drawing/2014/main" id="{79C30ECE-D383-379F-05CA-278768FC9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56711"/>
            <a:ext cx="4235624" cy="1450701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8D00D77-D299-4699-8F8E-BD436FF71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4586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fik 15" descr="Ein Bild, das Diagramm, Reihe, Rechteck, Text enthält.&#10;&#10;KI-generierte Inhalte können fehlerhaft sein.">
            <a:extLst>
              <a:ext uri="{FF2B5EF4-FFF2-40B4-BE49-F238E27FC236}">
                <a16:creationId xmlns:a16="http://schemas.microsoft.com/office/drawing/2014/main" id="{E90FEEE2-2715-C865-14FE-1A6078D0C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633965"/>
            <a:ext cx="4235624" cy="1334221"/>
          </a:xfrm>
          <a:prstGeom prst="rect">
            <a:avLst/>
          </a:prstGeom>
        </p:spPr>
      </p:pic>
      <p:sp>
        <p:nvSpPr>
          <p:cNvPr id="24" name="Inhaltsplatzhalter 12">
            <a:extLst>
              <a:ext uri="{FF2B5EF4-FFF2-40B4-BE49-F238E27FC236}">
                <a16:creationId xmlns:a16="http://schemas.microsoft.com/office/drawing/2014/main" id="{B982D616-1D1B-0EFB-027D-D6EE9BF24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8568" y="2636205"/>
            <a:ext cx="5732441" cy="3661713"/>
          </a:xfrm>
        </p:spPr>
        <p:txBody>
          <a:bodyPr>
            <a:normAutofit/>
          </a:bodyPr>
          <a:lstStyle/>
          <a:p>
            <a:r>
              <a:rPr lang="de-CH" dirty="0"/>
              <a:t>Library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can</a:t>
            </a:r>
            <a:r>
              <a:rPr lang="de-CH" dirty="0"/>
              <a:t> </a:t>
            </a:r>
            <a:r>
              <a:rPr lang="de-CH" dirty="0" err="1"/>
              <a:t>be</a:t>
            </a:r>
            <a:r>
              <a:rPr lang="de-CH" dirty="0"/>
              <a:t> </a:t>
            </a:r>
            <a:r>
              <a:rPr lang="de-CH" dirty="0" err="1"/>
              <a:t>used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establish</a:t>
            </a:r>
            <a:r>
              <a:rPr lang="de-CH" dirty="0"/>
              <a:t> </a:t>
            </a:r>
            <a:r>
              <a:rPr lang="de-CH" dirty="0" err="1"/>
              <a:t>secure</a:t>
            </a:r>
            <a:r>
              <a:rPr lang="de-CH" dirty="0"/>
              <a:t> P2P </a:t>
            </a:r>
            <a:r>
              <a:rPr lang="de-CH" dirty="0" err="1"/>
              <a:t>connections</a:t>
            </a:r>
            <a:endParaRPr lang="de-CH" dirty="0"/>
          </a:p>
          <a:p>
            <a:r>
              <a:rPr lang="de-CH" dirty="0" err="1"/>
              <a:t>based</a:t>
            </a:r>
            <a:r>
              <a:rPr lang="de-CH" dirty="0"/>
              <a:t> on </a:t>
            </a:r>
            <a:r>
              <a:rPr lang="de-CH" b="1" dirty="0"/>
              <a:t>QUIC</a:t>
            </a:r>
            <a:r>
              <a:rPr lang="de-CH" dirty="0"/>
              <a:t> </a:t>
            </a:r>
            <a:r>
              <a:rPr lang="de-CH" dirty="0" err="1"/>
              <a:t>as</a:t>
            </a:r>
            <a:r>
              <a:rPr lang="de-CH" dirty="0"/>
              <a:t> network </a:t>
            </a:r>
            <a:r>
              <a:rPr lang="de-CH" dirty="0" err="1"/>
              <a:t>protocol</a:t>
            </a:r>
            <a:endParaRPr lang="de-CH" dirty="0"/>
          </a:p>
          <a:p>
            <a:pPr lvl="1"/>
            <a:r>
              <a:rPr lang="de-CH" dirty="0" err="1"/>
              <a:t>uses</a:t>
            </a:r>
            <a:r>
              <a:rPr lang="de-CH" dirty="0"/>
              <a:t> </a:t>
            </a:r>
            <a:r>
              <a:rPr lang="de-CH" b="1" dirty="0"/>
              <a:t>UDP</a:t>
            </a:r>
            <a:r>
              <a:rPr lang="de-CH" dirty="0"/>
              <a:t> </a:t>
            </a:r>
            <a:r>
              <a:rPr lang="de-CH" dirty="0" err="1"/>
              <a:t>as</a:t>
            </a:r>
            <a:r>
              <a:rPr lang="de-CH" dirty="0"/>
              <a:t> </a:t>
            </a:r>
            <a:r>
              <a:rPr lang="de-CH" dirty="0" err="1"/>
              <a:t>transport</a:t>
            </a:r>
            <a:r>
              <a:rPr lang="de-CH" dirty="0"/>
              <a:t> </a:t>
            </a:r>
            <a:r>
              <a:rPr lang="de-CH" dirty="0" err="1"/>
              <a:t>protocol</a:t>
            </a:r>
            <a:endParaRPr lang="de-CH" dirty="0"/>
          </a:p>
          <a:p>
            <a:pPr lvl="1"/>
            <a:r>
              <a:rPr lang="de-CH" dirty="0" err="1"/>
              <a:t>can</a:t>
            </a:r>
            <a:r>
              <a:rPr lang="de-CH" dirty="0"/>
              <a:t> </a:t>
            </a:r>
            <a:r>
              <a:rPr lang="de-CH" dirty="0" err="1"/>
              <a:t>use</a:t>
            </a:r>
            <a:r>
              <a:rPr lang="de-CH" dirty="0"/>
              <a:t> </a:t>
            </a:r>
            <a:r>
              <a:rPr lang="de-CH" b="1" dirty="0"/>
              <a:t>TLS</a:t>
            </a:r>
            <a:r>
              <a:rPr lang="de-CH" dirty="0"/>
              <a:t>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cryptographic</a:t>
            </a:r>
            <a:r>
              <a:rPr lang="de-CH" dirty="0"/>
              <a:t> </a:t>
            </a:r>
            <a:r>
              <a:rPr lang="de-CH" dirty="0" err="1"/>
              <a:t>security</a:t>
            </a:r>
            <a:endParaRPr lang="de-CH" dirty="0"/>
          </a:p>
          <a:p>
            <a:r>
              <a:rPr lang="de-CH" dirty="0" err="1"/>
              <a:t>currently</a:t>
            </a:r>
            <a:r>
              <a:rPr lang="de-CH" dirty="0"/>
              <a:t> </a:t>
            </a:r>
            <a:r>
              <a:rPr lang="de-CH" dirty="0" err="1"/>
              <a:t>used</a:t>
            </a:r>
            <a:r>
              <a:rPr lang="de-CH" dirty="0"/>
              <a:t> </a:t>
            </a:r>
            <a:r>
              <a:rPr lang="de-CH" dirty="0" err="1"/>
              <a:t>by</a:t>
            </a:r>
            <a:r>
              <a:rPr lang="de-CH" dirty="0"/>
              <a:t> </a:t>
            </a:r>
            <a:r>
              <a:rPr lang="de-CH" dirty="0" err="1"/>
              <a:t>DeltaChat</a:t>
            </a:r>
            <a:r>
              <a:rPr lang="de-CH" dirty="0"/>
              <a:t>, </a:t>
            </a:r>
            <a:r>
              <a:rPr lang="de-CH" dirty="0" err="1"/>
              <a:t>Shaga</a:t>
            </a:r>
            <a:r>
              <a:rPr lang="de-CH" dirty="0"/>
              <a:t>, </a:t>
            </a:r>
            <a:r>
              <a:rPr lang="de-CH" dirty="0" err="1"/>
              <a:t>DumbPipe</a:t>
            </a:r>
            <a:r>
              <a:rPr lang="de-CH" dirty="0"/>
              <a:t> (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example</a:t>
            </a:r>
            <a:r>
              <a:rPr lang="de-CH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53315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5B5530-093C-CB02-9C17-153E339EE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00F6C28-13BD-20B4-C49E-B446DE96F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86348262-0253-29C1-3AB4-9FC76839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8568" y="1371600"/>
            <a:ext cx="5732441" cy="1097280"/>
          </a:xfrm>
        </p:spPr>
        <p:txBody>
          <a:bodyPr>
            <a:normAutofit/>
          </a:bodyPr>
          <a:lstStyle/>
          <a:p>
            <a:r>
              <a:rPr lang="de-CH"/>
              <a:t>Recap: What is iroh?</a:t>
            </a:r>
            <a:endParaRPr lang="de-CH" dirty="0"/>
          </a:p>
        </p:txBody>
      </p:sp>
      <p:pic>
        <p:nvPicPr>
          <p:cNvPr id="12" name="Grafik 11" descr="Ein Bild, das Schrift, Grafiken, Electric Blue (Farbe), Logo enthält.&#10;&#10;KI-generierte Inhalte können fehlerhaft sein.">
            <a:extLst>
              <a:ext uri="{FF2B5EF4-FFF2-40B4-BE49-F238E27FC236}">
                <a16:creationId xmlns:a16="http://schemas.microsoft.com/office/drawing/2014/main" id="{713EB96F-F7F7-FAF6-5327-506F2D5EA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56711"/>
            <a:ext cx="4235624" cy="1450701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1E26EEA-B1BA-B0AD-EC20-0E5A636D5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4586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fik 15" descr="Ein Bild, das Diagramm, Reihe, Rechteck, Text enthält.&#10;&#10;KI-generierte Inhalte können fehlerhaft sein.">
            <a:extLst>
              <a:ext uri="{FF2B5EF4-FFF2-40B4-BE49-F238E27FC236}">
                <a16:creationId xmlns:a16="http://schemas.microsoft.com/office/drawing/2014/main" id="{C1994CB2-8804-CC5C-1904-640482328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633965"/>
            <a:ext cx="4235624" cy="1334221"/>
          </a:xfrm>
          <a:prstGeom prst="rect">
            <a:avLst/>
          </a:prstGeom>
        </p:spPr>
      </p:pic>
      <p:sp>
        <p:nvSpPr>
          <p:cNvPr id="24" name="Inhaltsplatzhalter 12">
            <a:extLst>
              <a:ext uri="{FF2B5EF4-FFF2-40B4-BE49-F238E27FC236}">
                <a16:creationId xmlns:a16="http://schemas.microsoft.com/office/drawing/2014/main" id="{065A4D84-23D7-BE7F-75EE-3311C01C0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8568" y="2636205"/>
            <a:ext cx="5732441" cy="3661713"/>
          </a:xfrm>
        </p:spPr>
        <p:txBody>
          <a:bodyPr>
            <a:normAutofit lnSpcReduction="10000"/>
          </a:bodyPr>
          <a:lstStyle/>
          <a:p>
            <a:r>
              <a:rPr lang="de-CH" b="1" dirty="0" err="1"/>
              <a:t>Endpoint</a:t>
            </a:r>
            <a:r>
              <a:rPr lang="de-CH" b="1" dirty="0"/>
              <a:t>:</a:t>
            </a:r>
            <a:r>
              <a:rPr lang="de-CH" dirty="0"/>
              <a:t> </a:t>
            </a:r>
            <a:r>
              <a:rPr lang="de-CH" dirty="0" err="1"/>
              <a:t>main</a:t>
            </a:r>
            <a:r>
              <a:rPr lang="de-CH" dirty="0"/>
              <a:t> API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establishing</a:t>
            </a:r>
            <a:r>
              <a:rPr lang="de-CH" dirty="0"/>
              <a:t> </a:t>
            </a:r>
            <a:r>
              <a:rPr lang="de-CH" dirty="0" err="1"/>
              <a:t>connections</a:t>
            </a:r>
            <a:endParaRPr lang="de-CH" dirty="0"/>
          </a:p>
          <a:p>
            <a:r>
              <a:rPr lang="de-CH" b="1" dirty="0"/>
              <a:t>Discovery:</a:t>
            </a:r>
            <a:r>
              <a:rPr lang="de-CH" dirty="0"/>
              <a:t> </a:t>
            </a:r>
            <a:r>
              <a:rPr lang="de-CH" dirty="0" err="1"/>
              <a:t>service</a:t>
            </a:r>
            <a:r>
              <a:rPr lang="de-CH" dirty="0"/>
              <a:t>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resolves</a:t>
            </a:r>
            <a:r>
              <a:rPr lang="de-CH" dirty="0"/>
              <a:t> </a:t>
            </a:r>
            <a:r>
              <a:rPr lang="de-CH" dirty="0" err="1"/>
              <a:t>EndpointID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a </a:t>
            </a:r>
            <a:r>
              <a:rPr lang="de-CH" dirty="0" err="1"/>
              <a:t>relay</a:t>
            </a:r>
            <a:r>
              <a:rPr lang="de-CH" dirty="0"/>
              <a:t> URL </a:t>
            </a:r>
            <a:r>
              <a:rPr lang="de-CH" dirty="0" err="1"/>
              <a:t>or</a:t>
            </a:r>
            <a:r>
              <a:rPr lang="de-CH" dirty="0"/>
              <a:t> a P2P </a:t>
            </a:r>
            <a:r>
              <a:rPr lang="de-CH" dirty="0" err="1"/>
              <a:t>connection</a:t>
            </a:r>
            <a:r>
              <a:rPr lang="de-CH" dirty="0"/>
              <a:t> (DNS </a:t>
            </a:r>
            <a:r>
              <a:rPr lang="de-CH" dirty="0" err="1"/>
              <a:t>or</a:t>
            </a:r>
            <a:r>
              <a:rPr lang="de-CH" dirty="0"/>
              <a:t> </a:t>
            </a:r>
            <a:r>
              <a:rPr lang="de-CH" dirty="0" err="1"/>
              <a:t>local</a:t>
            </a:r>
            <a:r>
              <a:rPr lang="de-CH" dirty="0"/>
              <a:t>)</a:t>
            </a:r>
          </a:p>
          <a:p>
            <a:r>
              <a:rPr lang="de-CH" b="1" dirty="0"/>
              <a:t>Router:</a:t>
            </a:r>
            <a:r>
              <a:rPr lang="de-CH" dirty="0"/>
              <a:t> </a:t>
            </a:r>
            <a:r>
              <a:rPr lang="de-CH" dirty="0" err="1"/>
              <a:t>implements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accept</a:t>
            </a:r>
            <a:r>
              <a:rPr lang="de-CH" dirty="0"/>
              <a:t> loop and </a:t>
            </a:r>
            <a:r>
              <a:rPr lang="de-CH" dirty="0" err="1"/>
              <a:t>directs</a:t>
            </a:r>
            <a:r>
              <a:rPr lang="de-CH" dirty="0"/>
              <a:t> </a:t>
            </a:r>
            <a:r>
              <a:rPr lang="de-CH" dirty="0" err="1"/>
              <a:t>incoming</a:t>
            </a:r>
            <a:r>
              <a:rPr lang="de-CH" dirty="0"/>
              <a:t> </a:t>
            </a:r>
            <a:r>
              <a:rPr lang="de-CH" dirty="0" err="1"/>
              <a:t>connections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correct</a:t>
            </a:r>
            <a:r>
              <a:rPr lang="de-CH" dirty="0"/>
              <a:t> </a:t>
            </a:r>
            <a:r>
              <a:rPr lang="de-CH" dirty="0" err="1"/>
              <a:t>protocol</a:t>
            </a:r>
            <a:r>
              <a:rPr lang="de-CH" dirty="0"/>
              <a:t> (via ALPN)</a:t>
            </a:r>
          </a:p>
          <a:p>
            <a:r>
              <a:rPr lang="de-CH" dirty="0" err="1"/>
              <a:t>uses</a:t>
            </a:r>
            <a:r>
              <a:rPr lang="de-CH" dirty="0"/>
              <a:t> </a:t>
            </a:r>
            <a:r>
              <a:rPr lang="de-CH" dirty="0" err="1"/>
              <a:t>relay</a:t>
            </a:r>
            <a:r>
              <a:rPr lang="de-CH" dirty="0"/>
              <a:t> </a:t>
            </a:r>
            <a:r>
              <a:rPr lang="de-CH" dirty="0" err="1"/>
              <a:t>servers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establish</a:t>
            </a:r>
            <a:r>
              <a:rPr lang="de-CH" dirty="0"/>
              <a:t> </a:t>
            </a:r>
            <a:r>
              <a:rPr lang="de-CH" dirty="0" err="1"/>
              <a:t>secure</a:t>
            </a:r>
            <a:r>
              <a:rPr lang="de-CH" dirty="0"/>
              <a:t> P2P </a:t>
            </a:r>
            <a:r>
              <a:rPr lang="de-CH" dirty="0" err="1"/>
              <a:t>connections</a:t>
            </a:r>
            <a:r>
              <a:rPr lang="de-CH" dirty="0"/>
              <a:t> (also </a:t>
            </a:r>
            <a:r>
              <a:rPr lang="de-CH" dirty="0" err="1"/>
              <a:t>fallback</a:t>
            </a:r>
            <a:r>
              <a:rPr lang="de-CH" dirty="0"/>
              <a:t> </a:t>
            </a:r>
            <a:r>
              <a:rPr lang="de-CH" dirty="0" err="1"/>
              <a:t>if</a:t>
            </a:r>
            <a:r>
              <a:rPr lang="de-CH" dirty="0"/>
              <a:t> </a:t>
            </a:r>
            <a:r>
              <a:rPr lang="de-CH" dirty="0" err="1"/>
              <a:t>no</a:t>
            </a:r>
            <a:r>
              <a:rPr lang="de-CH" dirty="0"/>
              <a:t> P2P possible)</a:t>
            </a:r>
          </a:p>
          <a:p>
            <a:r>
              <a:rPr lang="de-CH" dirty="0" err="1"/>
              <a:t>direct</a:t>
            </a:r>
            <a:r>
              <a:rPr lang="de-CH" dirty="0"/>
              <a:t> P2P </a:t>
            </a:r>
            <a:r>
              <a:rPr lang="de-CH" dirty="0" err="1"/>
              <a:t>connection</a:t>
            </a:r>
            <a:r>
              <a:rPr lang="de-CH" dirty="0"/>
              <a:t> possible via </a:t>
            </a:r>
            <a:r>
              <a:rPr lang="de-CH" b="1" dirty="0"/>
              <a:t>Tickets</a:t>
            </a:r>
          </a:p>
        </p:txBody>
      </p:sp>
    </p:spTree>
    <p:extLst>
      <p:ext uri="{BB962C8B-B14F-4D97-AF65-F5344CB8AC3E}">
        <p14:creationId xmlns:p14="http://schemas.microsoft.com/office/powerpoint/2010/main" val="2081705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11F520-03A0-2579-A5E7-BA0E2E589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14893A30-0F4F-8307-2172-62C99C770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 err="1"/>
              <a:t>Recap</a:t>
            </a:r>
            <a:r>
              <a:rPr lang="de-CH" dirty="0"/>
              <a:t>: The </a:t>
            </a:r>
            <a:r>
              <a:rPr lang="de-CH" dirty="0" err="1"/>
              <a:t>iroh-gossip</a:t>
            </a:r>
            <a:endParaRPr lang="de-CH" dirty="0"/>
          </a:p>
        </p:txBody>
      </p:sp>
      <p:graphicFrame>
        <p:nvGraphicFramePr>
          <p:cNvPr id="26" name="Inhaltsplatzhalter 12">
            <a:extLst>
              <a:ext uri="{FF2B5EF4-FFF2-40B4-BE49-F238E27FC236}">
                <a16:creationId xmlns:a16="http://schemas.microsoft.com/office/drawing/2014/main" id="{C8A08EDD-841D-A373-E30B-2EC758EE3B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1333087"/>
              </p:ext>
            </p:extLst>
          </p:nvPr>
        </p:nvGraphicFramePr>
        <p:xfrm>
          <a:off x="4936519" y="1031001"/>
          <a:ext cx="6594490" cy="5166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5630A13-CFD6-E0B2-64D7-A6F3C88C3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ctr"/>
            <a:r>
              <a:rPr lang="de-CH" sz="3200" b="1" dirty="0" err="1">
                <a:solidFill>
                  <a:schemeClr val="accent1"/>
                </a:solidFill>
              </a:rPr>
              <a:t>HyParView</a:t>
            </a:r>
            <a:r>
              <a:rPr lang="de-CH" sz="3200" b="1" dirty="0">
                <a:solidFill>
                  <a:schemeClr val="accent1"/>
                </a:solidFill>
              </a:rPr>
              <a:t> (Hybrid Partial View)</a:t>
            </a:r>
          </a:p>
        </p:txBody>
      </p:sp>
      <p:pic>
        <p:nvPicPr>
          <p:cNvPr id="1026" name="Picture 2" descr="HashiCorp's Link Checker · Actions · GitHub Marketplace · GitHub">
            <a:extLst>
              <a:ext uri="{FF2B5EF4-FFF2-40B4-BE49-F238E27FC236}">
                <a16:creationId xmlns:a16="http://schemas.microsoft.com/office/drawing/2014/main" id="{0EAA5D84-5E22-9BB1-76EC-23D8FBF02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554" y="4384720"/>
            <a:ext cx="1662447" cy="1662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3201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2FF2F9-70DE-DAA9-1E01-C362B5B7E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5518633B-B6BC-DEDF-6CCE-525A6F871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 err="1"/>
              <a:t>Recap</a:t>
            </a:r>
            <a:r>
              <a:rPr lang="de-CH" dirty="0"/>
              <a:t>: The </a:t>
            </a:r>
            <a:r>
              <a:rPr lang="de-CH" dirty="0" err="1"/>
              <a:t>iroh-gossip</a:t>
            </a:r>
            <a:endParaRPr lang="de-CH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AF03C3F-3425-CEED-78B1-955CA879A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ctr"/>
            <a:r>
              <a:rPr lang="de-CH" sz="2800" b="1" dirty="0" err="1">
                <a:solidFill>
                  <a:schemeClr val="accent1"/>
                </a:solidFill>
              </a:rPr>
              <a:t>PlumTree</a:t>
            </a:r>
            <a:r>
              <a:rPr lang="de-CH" sz="2800" b="1" dirty="0">
                <a:solidFill>
                  <a:schemeClr val="accent1"/>
                </a:solidFill>
              </a:rPr>
              <a:t> (Push-</a:t>
            </a:r>
            <a:r>
              <a:rPr lang="de-CH" sz="2800" b="1" dirty="0" err="1">
                <a:solidFill>
                  <a:schemeClr val="accent1"/>
                </a:solidFill>
              </a:rPr>
              <a:t>Lazy</a:t>
            </a:r>
            <a:r>
              <a:rPr lang="de-CH" sz="2800" b="1" dirty="0">
                <a:solidFill>
                  <a:schemeClr val="accent1"/>
                </a:solidFill>
              </a:rPr>
              <a:t>-Update-Multicast)</a:t>
            </a:r>
          </a:p>
        </p:txBody>
      </p:sp>
      <p:pic>
        <p:nvPicPr>
          <p:cNvPr id="2050" name="Picture 2" descr="Ein Bild, das Kreis, Muster enthält.&#10;&#10;KI-generierte Inhalte können fehlerhaft sein.">
            <a:extLst>
              <a:ext uri="{FF2B5EF4-FFF2-40B4-BE49-F238E27FC236}">
                <a16:creationId xmlns:a16="http://schemas.microsoft.com/office/drawing/2014/main" id="{791CA586-7BC0-3954-92F7-B6C51A078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974" y="4342840"/>
            <a:ext cx="2226945" cy="1854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52" name="Inhaltsplatzhalter 2">
            <a:extLst>
              <a:ext uri="{FF2B5EF4-FFF2-40B4-BE49-F238E27FC236}">
                <a16:creationId xmlns:a16="http://schemas.microsoft.com/office/drawing/2014/main" id="{3E6E9861-0227-05A2-C05E-4455E784E9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0577799"/>
              </p:ext>
            </p:extLst>
          </p:nvPr>
        </p:nvGraphicFramePr>
        <p:xfrm>
          <a:off x="4936519" y="1031001"/>
          <a:ext cx="6594490" cy="5166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22493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5B1B422-26DC-5585-7D31-D31025E42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iroh-gossip</a:t>
            </a:r>
            <a:r>
              <a:rPr lang="de-CH" dirty="0"/>
              <a:t> </a:t>
            </a:r>
            <a:r>
              <a:rPr lang="de-CH" dirty="0" err="1"/>
              <a:t>testing</a:t>
            </a:r>
            <a:endParaRPr lang="de-CH" dirty="0"/>
          </a:p>
        </p:txBody>
      </p:sp>
      <p:graphicFrame>
        <p:nvGraphicFramePr>
          <p:cNvPr id="10" name="Inhaltsplatzhalter 4">
            <a:extLst>
              <a:ext uri="{FF2B5EF4-FFF2-40B4-BE49-F238E27FC236}">
                <a16:creationId xmlns:a16="http://schemas.microsoft.com/office/drawing/2014/main" id="{8FC16746-4CF5-4DAF-3B09-044E948CCE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1722105"/>
              </p:ext>
            </p:extLst>
          </p:nvPr>
        </p:nvGraphicFramePr>
        <p:xfrm>
          <a:off x="4936519" y="1031001"/>
          <a:ext cx="6594490" cy="5166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2B426A4-304D-0BE4-1CA8-A73C6038043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ctr"/>
            <a:r>
              <a:rPr lang="de-CH" sz="3200" b="1" dirty="0" err="1">
                <a:solidFill>
                  <a:schemeClr val="accent1"/>
                </a:solidFill>
              </a:rPr>
              <a:t>What</a:t>
            </a:r>
            <a:r>
              <a:rPr lang="de-CH" sz="3200" b="1" dirty="0">
                <a:solidFill>
                  <a:schemeClr val="accent1"/>
                </a:solidFill>
              </a:rPr>
              <a:t> </a:t>
            </a:r>
            <a:r>
              <a:rPr lang="de-CH" sz="3200" b="1" dirty="0" err="1">
                <a:solidFill>
                  <a:schemeClr val="accent1"/>
                </a:solidFill>
              </a:rPr>
              <a:t>has</a:t>
            </a:r>
            <a:r>
              <a:rPr lang="de-CH" sz="3200" b="1" dirty="0">
                <a:solidFill>
                  <a:schemeClr val="accent1"/>
                </a:solidFill>
              </a:rPr>
              <a:t> </a:t>
            </a:r>
            <a:r>
              <a:rPr lang="de-CH" sz="3200" b="1" dirty="0" err="1">
                <a:solidFill>
                  <a:schemeClr val="accent1"/>
                </a:solidFill>
              </a:rPr>
              <a:t>already</a:t>
            </a:r>
            <a:r>
              <a:rPr lang="de-CH" sz="3200" b="1" dirty="0">
                <a:solidFill>
                  <a:schemeClr val="accent1"/>
                </a:solidFill>
              </a:rPr>
              <a:t> </a:t>
            </a:r>
            <a:r>
              <a:rPr lang="de-CH" sz="3200" b="1" dirty="0" err="1">
                <a:solidFill>
                  <a:schemeClr val="accent1"/>
                </a:solidFill>
              </a:rPr>
              <a:t>been</a:t>
            </a:r>
            <a:r>
              <a:rPr lang="de-CH" sz="3200" b="1" dirty="0">
                <a:solidFill>
                  <a:schemeClr val="accent1"/>
                </a:solidFill>
              </a:rPr>
              <a:t> </a:t>
            </a:r>
            <a:r>
              <a:rPr lang="de-CH" sz="3200" b="1" dirty="0" err="1">
                <a:solidFill>
                  <a:schemeClr val="accent1"/>
                </a:solidFill>
              </a:rPr>
              <a:t>done</a:t>
            </a:r>
            <a:r>
              <a:rPr lang="de-CH" sz="3200" b="1" dirty="0">
                <a:solidFill>
                  <a:schemeClr val="accent1"/>
                </a:solidFill>
              </a:rPr>
              <a:t>?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9053EFB-6069-5F9E-82EE-5789E341EE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458" y="4282225"/>
            <a:ext cx="3906639" cy="197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656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8ABE5-8F7A-2B88-35BB-41793370F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08CEA77-AD80-3D4B-CAB2-0F5651E2A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iroh-gossip</a:t>
            </a:r>
            <a:r>
              <a:rPr lang="de-CH" dirty="0"/>
              <a:t> </a:t>
            </a:r>
            <a:r>
              <a:rPr lang="de-CH" dirty="0" err="1"/>
              <a:t>testing</a:t>
            </a:r>
            <a:endParaRPr lang="de-CH" dirty="0"/>
          </a:p>
        </p:txBody>
      </p:sp>
      <p:sp>
        <p:nvSpPr>
          <p:cNvPr id="17" name="Inhaltsplatzhalter 16">
            <a:extLst>
              <a:ext uri="{FF2B5EF4-FFF2-40B4-BE49-F238E27FC236}">
                <a16:creationId xmlns:a16="http://schemas.microsoft.com/office/drawing/2014/main" id="{21D75C6D-4200-D5FE-4F40-54D937226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de-CH" dirty="0"/>
          </a:p>
          <a:p>
            <a:pPr marL="0" indent="0" algn="ctr">
              <a:buNone/>
            </a:pPr>
            <a:r>
              <a:rPr lang="de-CH" dirty="0"/>
              <a:t>but …</a:t>
            </a:r>
          </a:p>
          <a:p>
            <a:pPr marL="0" indent="0" algn="ctr">
              <a:buNone/>
            </a:pPr>
            <a:r>
              <a:rPr lang="de-CH" b="1" dirty="0">
                <a:solidFill>
                  <a:schemeClr val="accent5"/>
                </a:solidFill>
              </a:rPr>
              <a:t>Tests </a:t>
            </a:r>
            <a:r>
              <a:rPr lang="de-CH" b="1" dirty="0" err="1">
                <a:solidFill>
                  <a:schemeClr val="accent5"/>
                </a:solidFill>
              </a:rPr>
              <a:t>run</a:t>
            </a:r>
            <a:r>
              <a:rPr lang="de-CH" b="1" dirty="0">
                <a:solidFill>
                  <a:schemeClr val="accent5"/>
                </a:solidFill>
              </a:rPr>
              <a:t> </a:t>
            </a:r>
            <a:r>
              <a:rPr lang="de-CH" b="1" dirty="0" err="1">
                <a:solidFill>
                  <a:schemeClr val="accent5"/>
                </a:solidFill>
              </a:rPr>
              <a:t>entirely</a:t>
            </a:r>
            <a:r>
              <a:rPr lang="de-CH" b="1" dirty="0">
                <a:solidFill>
                  <a:schemeClr val="accent5"/>
                </a:solidFill>
              </a:rPr>
              <a:t> </a:t>
            </a:r>
            <a:r>
              <a:rPr lang="de-CH" b="1" dirty="0" err="1">
                <a:solidFill>
                  <a:schemeClr val="accent5"/>
                </a:solidFill>
              </a:rPr>
              <a:t>within</a:t>
            </a:r>
            <a:r>
              <a:rPr lang="de-CH" b="1" dirty="0">
                <a:solidFill>
                  <a:schemeClr val="accent5"/>
                </a:solidFill>
              </a:rPr>
              <a:t> a </a:t>
            </a:r>
            <a:r>
              <a:rPr lang="de-CH" b="1" dirty="0" err="1">
                <a:solidFill>
                  <a:schemeClr val="accent5"/>
                </a:solidFill>
              </a:rPr>
              <a:t>simulator</a:t>
            </a:r>
            <a:r>
              <a:rPr lang="de-CH" b="1" dirty="0">
                <a:solidFill>
                  <a:schemeClr val="accent5"/>
                </a:solidFill>
              </a:rPr>
              <a:t>, </a:t>
            </a:r>
            <a:br>
              <a:rPr lang="de-CH" b="1" dirty="0">
                <a:solidFill>
                  <a:schemeClr val="accent5"/>
                </a:solidFill>
              </a:rPr>
            </a:br>
            <a:r>
              <a:rPr lang="de-CH" b="1" dirty="0">
                <a:solidFill>
                  <a:schemeClr val="accent5"/>
                </a:solidFill>
              </a:rPr>
              <a:t>i. e. </a:t>
            </a:r>
            <a:r>
              <a:rPr lang="de-CH" b="1" dirty="0" err="1">
                <a:solidFill>
                  <a:schemeClr val="accent5"/>
                </a:solidFill>
              </a:rPr>
              <a:t>without</a:t>
            </a:r>
            <a:r>
              <a:rPr lang="de-CH" b="1" dirty="0">
                <a:solidFill>
                  <a:schemeClr val="accent5"/>
                </a:solidFill>
              </a:rPr>
              <a:t> a real network!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76FDE80-EFE4-407F-1884-40DD3BB2C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ctr"/>
            <a:r>
              <a:rPr lang="de-CH" sz="3200" b="1" dirty="0" err="1">
                <a:solidFill>
                  <a:schemeClr val="accent1"/>
                </a:solidFill>
              </a:rPr>
              <a:t>What</a:t>
            </a:r>
            <a:r>
              <a:rPr lang="de-CH" sz="3200" b="1" dirty="0">
                <a:solidFill>
                  <a:schemeClr val="accent1"/>
                </a:solidFill>
              </a:rPr>
              <a:t> </a:t>
            </a:r>
            <a:r>
              <a:rPr lang="de-CH" sz="3200" b="1" dirty="0" err="1">
                <a:solidFill>
                  <a:schemeClr val="accent1"/>
                </a:solidFill>
              </a:rPr>
              <a:t>has</a:t>
            </a:r>
            <a:r>
              <a:rPr lang="de-CH" sz="3200" b="1" dirty="0">
                <a:solidFill>
                  <a:schemeClr val="accent1"/>
                </a:solidFill>
              </a:rPr>
              <a:t> </a:t>
            </a:r>
            <a:r>
              <a:rPr lang="de-CH" sz="3200" b="1" dirty="0" err="1">
                <a:solidFill>
                  <a:schemeClr val="accent1"/>
                </a:solidFill>
              </a:rPr>
              <a:t>already</a:t>
            </a:r>
            <a:r>
              <a:rPr lang="de-CH" sz="3200" b="1" dirty="0">
                <a:solidFill>
                  <a:schemeClr val="accent1"/>
                </a:solidFill>
              </a:rPr>
              <a:t> </a:t>
            </a:r>
            <a:r>
              <a:rPr lang="de-CH" sz="3200" b="1" dirty="0" err="1">
                <a:solidFill>
                  <a:schemeClr val="accent1"/>
                </a:solidFill>
              </a:rPr>
              <a:t>been</a:t>
            </a:r>
            <a:r>
              <a:rPr lang="de-CH" sz="3200" b="1" dirty="0">
                <a:solidFill>
                  <a:schemeClr val="accent1"/>
                </a:solidFill>
              </a:rPr>
              <a:t> </a:t>
            </a:r>
            <a:r>
              <a:rPr lang="de-CH" sz="3200" b="1" dirty="0" err="1">
                <a:solidFill>
                  <a:schemeClr val="accent1"/>
                </a:solidFill>
              </a:rPr>
              <a:t>done</a:t>
            </a:r>
            <a:r>
              <a:rPr lang="de-CH" sz="3200" b="1" dirty="0">
                <a:solidFill>
                  <a:schemeClr val="accent1"/>
                </a:solidFill>
              </a:rPr>
              <a:t>?</a:t>
            </a:r>
          </a:p>
        </p:txBody>
      </p:sp>
      <p:pic>
        <p:nvPicPr>
          <p:cNvPr id="8" name="Grafik 7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DD9879EE-51AF-5CD9-3EC2-C1F3CCF2A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58" y="4282225"/>
            <a:ext cx="3906639" cy="1973091"/>
          </a:xfrm>
          <a:prstGeom prst="rect">
            <a:avLst/>
          </a:prstGeom>
        </p:spPr>
      </p:pic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51248156-55C4-4961-F0FE-E2360ACDC2A9}"/>
              </a:ext>
            </a:extLst>
          </p:cNvPr>
          <p:cNvGrpSpPr/>
          <p:nvPr/>
        </p:nvGrpSpPr>
        <p:grpSpPr>
          <a:xfrm>
            <a:off x="7324483" y="4008437"/>
            <a:ext cx="1818562" cy="1818562"/>
            <a:chOff x="5572998" y="2061680"/>
            <a:chExt cx="1818562" cy="1818562"/>
          </a:xfrm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7F65F14C-BAC5-5366-03E6-0B28C442E642}"/>
                </a:ext>
              </a:extLst>
            </p:cNvPr>
            <p:cNvSpPr/>
            <p:nvPr/>
          </p:nvSpPr>
          <p:spPr>
            <a:xfrm>
              <a:off x="5572998" y="2061680"/>
              <a:ext cx="1818562" cy="1818562"/>
            </a:xfrm>
            <a:prstGeom prst="ellipse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9" name="Rechteck 8" descr="Warnung">
              <a:extLst>
                <a:ext uri="{FF2B5EF4-FFF2-40B4-BE49-F238E27FC236}">
                  <a16:creationId xmlns:a16="http://schemas.microsoft.com/office/drawing/2014/main" id="{8614A18D-A04F-74BB-6E2B-8A5ECF632E56}"/>
                </a:ext>
              </a:extLst>
            </p:cNvPr>
            <p:cNvSpPr/>
            <p:nvPr/>
          </p:nvSpPr>
          <p:spPr>
            <a:xfrm>
              <a:off x="5960560" y="2449243"/>
              <a:ext cx="1043437" cy="1043437"/>
            </a:xfrm>
            <a:prstGeom prst="rect">
              <a:avLst/>
            </a:prstGeom>
            <a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</p:grpSp>
    </p:spTree>
    <p:extLst>
      <p:ext uri="{BB962C8B-B14F-4D97-AF65-F5344CB8AC3E}">
        <p14:creationId xmlns:p14="http://schemas.microsoft.com/office/powerpoint/2010/main" val="1468526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7F892-60C7-1694-0D88-FCC0A1074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A26A44D-CBDA-58BE-D715-DC27AC340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iroh-gossip</a:t>
            </a:r>
            <a:r>
              <a:rPr lang="de-CH" dirty="0"/>
              <a:t> </a:t>
            </a:r>
            <a:r>
              <a:rPr lang="de-CH" dirty="0" err="1"/>
              <a:t>testing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167F1B7-BA0C-E6F0-F6BC-A0ABF59EB49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ctr"/>
            <a:r>
              <a:rPr lang="de-CH" sz="3200" b="1" dirty="0" err="1">
                <a:solidFill>
                  <a:schemeClr val="accent1"/>
                </a:solidFill>
              </a:rPr>
              <a:t>What</a:t>
            </a:r>
            <a:r>
              <a:rPr lang="de-CH" sz="3200" b="1" dirty="0">
                <a:solidFill>
                  <a:schemeClr val="accent1"/>
                </a:solidFill>
              </a:rPr>
              <a:t> </a:t>
            </a:r>
            <a:r>
              <a:rPr lang="de-CH" sz="3200" b="1" dirty="0" err="1">
                <a:solidFill>
                  <a:schemeClr val="accent1"/>
                </a:solidFill>
              </a:rPr>
              <a:t>could</a:t>
            </a:r>
            <a:r>
              <a:rPr lang="de-CH" sz="3200" b="1" dirty="0">
                <a:solidFill>
                  <a:schemeClr val="accent1"/>
                </a:solidFill>
              </a:rPr>
              <a:t> </a:t>
            </a:r>
            <a:r>
              <a:rPr lang="de-CH" sz="3200" b="1" dirty="0" err="1">
                <a:solidFill>
                  <a:schemeClr val="accent1"/>
                </a:solidFill>
              </a:rPr>
              <a:t>be</a:t>
            </a:r>
            <a:r>
              <a:rPr lang="de-CH" sz="3200" b="1" dirty="0">
                <a:solidFill>
                  <a:schemeClr val="accent1"/>
                </a:solidFill>
              </a:rPr>
              <a:t> </a:t>
            </a:r>
            <a:r>
              <a:rPr lang="de-CH" sz="3200" b="1" dirty="0" err="1">
                <a:solidFill>
                  <a:schemeClr val="accent1"/>
                </a:solidFill>
              </a:rPr>
              <a:t>done</a:t>
            </a:r>
            <a:r>
              <a:rPr lang="de-CH" sz="3200" b="1" dirty="0">
                <a:solidFill>
                  <a:schemeClr val="accent1"/>
                </a:solidFill>
              </a:rPr>
              <a:t>?</a:t>
            </a:r>
          </a:p>
        </p:txBody>
      </p:sp>
      <p:pic>
        <p:nvPicPr>
          <p:cNvPr id="3" name="Grafik 2" descr="Glühbirne und Zahnrad mit einfarbiger Füllung">
            <a:extLst>
              <a:ext uri="{FF2B5EF4-FFF2-40B4-BE49-F238E27FC236}">
                <a16:creationId xmlns:a16="http://schemas.microsoft.com/office/drawing/2014/main" id="{1D93E0C6-4AF3-DD19-AFA5-9AEDDBC44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13775" y="3976352"/>
            <a:ext cx="1510048" cy="1510048"/>
          </a:xfrm>
          <a:prstGeom prst="rect">
            <a:avLst/>
          </a:prstGeom>
        </p:spPr>
      </p:pic>
      <p:graphicFrame>
        <p:nvGraphicFramePr>
          <p:cNvPr id="9" name="Inhaltsplatzhalter 6">
            <a:extLst>
              <a:ext uri="{FF2B5EF4-FFF2-40B4-BE49-F238E27FC236}">
                <a16:creationId xmlns:a16="http://schemas.microsoft.com/office/drawing/2014/main" id="{136DA213-C403-60BB-1FD2-93964A116A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7358620"/>
              </p:ext>
            </p:extLst>
          </p:nvPr>
        </p:nvGraphicFramePr>
        <p:xfrm>
          <a:off x="4936519" y="1031001"/>
          <a:ext cx="6594490" cy="5166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78378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2FA09-E74E-E55F-1EF7-CA93CF0C6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3A36A73-24B0-BDC0-C444-FC5FACA3A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iroh-gossip</a:t>
            </a:r>
            <a:r>
              <a:rPr lang="de-CH" dirty="0"/>
              <a:t> </a:t>
            </a:r>
            <a:r>
              <a:rPr lang="de-CH" dirty="0" err="1"/>
              <a:t>testing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0AD9645-C13A-2597-EADD-FBF1A5CDF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ctr"/>
            <a:r>
              <a:rPr lang="de-CH" sz="3200" b="1" dirty="0" err="1">
                <a:solidFill>
                  <a:schemeClr val="accent1"/>
                </a:solidFill>
              </a:rPr>
              <a:t>What</a:t>
            </a:r>
            <a:r>
              <a:rPr lang="de-CH" sz="3200" b="1" dirty="0">
                <a:solidFill>
                  <a:schemeClr val="accent1"/>
                </a:solidFill>
              </a:rPr>
              <a:t> </a:t>
            </a:r>
            <a:r>
              <a:rPr lang="de-CH" sz="3200" b="1" dirty="0" err="1">
                <a:solidFill>
                  <a:schemeClr val="accent1"/>
                </a:solidFill>
              </a:rPr>
              <a:t>could</a:t>
            </a:r>
            <a:r>
              <a:rPr lang="de-CH" sz="3200" b="1" dirty="0">
                <a:solidFill>
                  <a:schemeClr val="accent1"/>
                </a:solidFill>
              </a:rPr>
              <a:t> </a:t>
            </a:r>
            <a:r>
              <a:rPr lang="de-CH" sz="3200" b="1" dirty="0" err="1">
                <a:solidFill>
                  <a:schemeClr val="accent1"/>
                </a:solidFill>
              </a:rPr>
              <a:t>be</a:t>
            </a:r>
            <a:r>
              <a:rPr lang="de-CH" sz="3200" b="1" dirty="0">
                <a:solidFill>
                  <a:schemeClr val="accent1"/>
                </a:solidFill>
              </a:rPr>
              <a:t> </a:t>
            </a:r>
            <a:r>
              <a:rPr lang="de-CH" sz="3200" b="1" dirty="0" err="1">
                <a:solidFill>
                  <a:schemeClr val="accent1"/>
                </a:solidFill>
              </a:rPr>
              <a:t>done</a:t>
            </a:r>
            <a:r>
              <a:rPr lang="de-CH" sz="3200" b="1" dirty="0">
                <a:solidFill>
                  <a:schemeClr val="accent1"/>
                </a:solidFill>
              </a:rPr>
              <a:t>?</a:t>
            </a:r>
          </a:p>
        </p:txBody>
      </p:sp>
      <p:pic>
        <p:nvPicPr>
          <p:cNvPr id="3" name="Grafik 2" descr="Glühbirne und Zahnrad mit einfarbiger Füllung">
            <a:extLst>
              <a:ext uri="{FF2B5EF4-FFF2-40B4-BE49-F238E27FC236}">
                <a16:creationId xmlns:a16="http://schemas.microsoft.com/office/drawing/2014/main" id="{086BA784-3BAA-312A-A772-39731F002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13775" y="3976352"/>
            <a:ext cx="1510048" cy="1510048"/>
          </a:xfrm>
          <a:prstGeom prst="rect">
            <a:avLst/>
          </a:prstGeom>
        </p:spPr>
      </p:pic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F4AF8913-471A-FAC1-A653-7029DF7DF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de-CH" sz="3800" b="1" dirty="0">
                <a:solidFill>
                  <a:schemeClr val="accent1"/>
                </a:solidFill>
              </a:rPr>
              <a:t>Possible </a:t>
            </a:r>
            <a:r>
              <a:rPr lang="de-CH" sz="3800" b="1" dirty="0" err="1">
                <a:solidFill>
                  <a:schemeClr val="accent1"/>
                </a:solidFill>
              </a:rPr>
              <a:t>use-cases</a:t>
            </a:r>
            <a:r>
              <a:rPr lang="de-CH" sz="3800" b="1" dirty="0">
                <a:solidFill>
                  <a:schemeClr val="accent1"/>
                </a:solidFill>
              </a:rPr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de-CH" b="1" dirty="0" err="1"/>
              <a:t>Local</a:t>
            </a:r>
            <a:r>
              <a:rPr lang="de-CH" b="1" dirty="0"/>
              <a:t> LAN, </a:t>
            </a:r>
            <a:r>
              <a:rPr lang="de-CH" b="1" dirty="0" err="1"/>
              <a:t>Direct</a:t>
            </a:r>
            <a:r>
              <a:rPr lang="de-CH" b="1" dirty="0"/>
              <a:t> Discovery</a:t>
            </a:r>
          </a:p>
          <a:p>
            <a:pPr lvl="1"/>
            <a:r>
              <a:rPr lang="de-CH" dirty="0" err="1"/>
              <a:t>no</a:t>
            </a:r>
            <a:r>
              <a:rPr lang="de-CH" dirty="0"/>
              <a:t> </a:t>
            </a:r>
            <a:r>
              <a:rPr lang="de-CH" dirty="0" err="1"/>
              <a:t>injection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network </a:t>
            </a:r>
            <a:r>
              <a:rPr lang="de-CH" dirty="0" err="1"/>
              <a:t>disruptions</a:t>
            </a:r>
            <a:endParaRPr lang="de-CH" dirty="0"/>
          </a:p>
          <a:p>
            <a:pPr lvl="1"/>
            <a:r>
              <a:rPr lang="de-CH" dirty="0" err="1"/>
              <a:t>no</a:t>
            </a:r>
            <a:r>
              <a:rPr lang="de-CH" dirty="0"/>
              <a:t> </a:t>
            </a:r>
            <a:r>
              <a:rPr lang="de-CH" dirty="0" err="1"/>
              <a:t>relay</a:t>
            </a:r>
            <a:r>
              <a:rPr lang="de-CH" dirty="0"/>
              <a:t> </a:t>
            </a:r>
            <a:r>
              <a:rPr lang="de-CH" dirty="0" err="1"/>
              <a:t>discovery</a:t>
            </a:r>
            <a:r>
              <a:rPr lang="de-CH" dirty="0"/>
              <a:t> </a:t>
            </a:r>
            <a:r>
              <a:rPr lang="de-CH" dirty="0" err="1"/>
              <a:t>active</a:t>
            </a:r>
            <a:endParaRPr lang="de-CH" dirty="0"/>
          </a:p>
          <a:p>
            <a:pPr marL="514350" indent="-514350">
              <a:buFont typeface="+mj-lt"/>
              <a:buAutoNum type="arabicPeriod"/>
            </a:pPr>
            <a:r>
              <a:rPr lang="de-CH" b="1" dirty="0"/>
              <a:t>Relay-</a:t>
            </a:r>
            <a:r>
              <a:rPr lang="de-CH" b="1" dirty="0" err="1"/>
              <a:t>Assisted</a:t>
            </a:r>
            <a:r>
              <a:rPr lang="de-CH" b="1" dirty="0"/>
              <a:t> Discovery (NAT Simulation)</a:t>
            </a:r>
          </a:p>
          <a:p>
            <a:pPr lvl="1"/>
            <a:r>
              <a:rPr lang="de-CH" dirty="0"/>
              <a:t>same </a:t>
            </a:r>
            <a:r>
              <a:rPr lang="de-CH" dirty="0" err="1"/>
              <a:t>as</a:t>
            </a:r>
            <a:r>
              <a:rPr lang="de-CH" dirty="0"/>
              <a:t> UC1 but alternative </a:t>
            </a:r>
            <a:r>
              <a:rPr lang="de-CH" dirty="0" err="1"/>
              <a:t>relay</a:t>
            </a:r>
            <a:r>
              <a:rPr lang="de-CH" dirty="0"/>
              <a:t> </a:t>
            </a:r>
            <a:r>
              <a:rPr lang="de-CH" dirty="0" err="1"/>
              <a:t>discovery</a:t>
            </a:r>
            <a:endParaRPr lang="de-CH" dirty="0"/>
          </a:p>
          <a:p>
            <a:pPr marL="514350" indent="-514350">
              <a:buFont typeface="+mj-lt"/>
              <a:buAutoNum type="arabicPeriod"/>
            </a:pPr>
            <a:r>
              <a:rPr lang="de-CH" b="1" dirty="0"/>
              <a:t>Relay-</a:t>
            </a:r>
            <a:r>
              <a:rPr lang="de-CH" b="1" dirty="0" err="1"/>
              <a:t>Assisted</a:t>
            </a:r>
            <a:r>
              <a:rPr lang="de-CH" b="1" dirty="0"/>
              <a:t> Discovery, </a:t>
            </a:r>
            <a:r>
              <a:rPr lang="de-CH" b="1" dirty="0" err="1"/>
              <a:t>Degraded</a:t>
            </a:r>
            <a:endParaRPr lang="de-CH" b="1" dirty="0"/>
          </a:p>
          <a:p>
            <a:pPr lvl="1"/>
            <a:r>
              <a:rPr lang="de-CH" dirty="0"/>
              <a:t>same </a:t>
            </a:r>
            <a:r>
              <a:rPr lang="de-CH" dirty="0" err="1"/>
              <a:t>as</a:t>
            </a:r>
            <a:r>
              <a:rPr lang="de-CH" dirty="0"/>
              <a:t> UC2 but </a:t>
            </a:r>
            <a:r>
              <a:rPr lang="de-CH" dirty="0" err="1"/>
              <a:t>injection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delay</a:t>
            </a:r>
            <a:r>
              <a:rPr lang="de-CH" dirty="0"/>
              <a:t> and packet </a:t>
            </a:r>
            <a:r>
              <a:rPr lang="de-CH" dirty="0" err="1"/>
              <a:t>loss</a:t>
            </a:r>
            <a:endParaRPr lang="de-CH" dirty="0"/>
          </a:p>
          <a:p>
            <a:pPr marL="514350" indent="-514350">
              <a:buFont typeface="+mj-lt"/>
              <a:buAutoNum type="arabicPeriod"/>
            </a:pPr>
            <a:r>
              <a:rPr lang="de-CH" b="1" dirty="0" err="1"/>
              <a:t>Churn</a:t>
            </a:r>
            <a:r>
              <a:rPr lang="de-CH" b="1" dirty="0"/>
              <a:t> and Recovery</a:t>
            </a:r>
          </a:p>
          <a:p>
            <a:pPr lvl="1"/>
            <a:r>
              <a:rPr lang="de-CH" dirty="0"/>
              <a:t>same </a:t>
            </a:r>
            <a:r>
              <a:rPr lang="de-CH" dirty="0" err="1"/>
              <a:t>as</a:t>
            </a:r>
            <a:r>
              <a:rPr lang="de-CH" dirty="0"/>
              <a:t> UC1 </a:t>
            </a:r>
            <a:r>
              <a:rPr lang="de-CH" dirty="0" err="1"/>
              <a:t>or</a:t>
            </a:r>
            <a:r>
              <a:rPr lang="de-CH" dirty="0"/>
              <a:t> UC3 but </a:t>
            </a:r>
            <a:r>
              <a:rPr lang="de-CH" dirty="0" err="1"/>
              <a:t>disconnect</a:t>
            </a:r>
            <a:r>
              <a:rPr lang="de-CH" dirty="0"/>
              <a:t>/</a:t>
            </a:r>
            <a:r>
              <a:rPr lang="de-CH" dirty="0" err="1"/>
              <a:t>rejoin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peers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19891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266CF-2A6E-CA77-3B32-D5E3667A7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9D840A0-C8E6-FEF3-7867-C4CB01C9C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iroh-gossip</a:t>
            </a:r>
            <a:r>
              <a:rPr lang="de-CH" dirty="0"/>
              <a:t> </a:t>
            </a:r>
            <a:r>
              <a:rPr lang="de-CH" dirty="0" err="1"/>
              <a:t>testing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AB2F553-5ED2-F12A-93F8-6B384E505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ctr"/>
            <a:r>
              <a:rPr lang="de-CH" sz="3200" b="1" dirty="0" err="1">
                <a:solidFill>
                  <a:schemeClr val="accent1"/>
                </a:solidFill>
              </a:rPr>
              <a:t>What</a:t>
            </a:r>
            <a:r>
              <a:rPr lang="de-CH" sz="3200" b="1" dirty="0">
                <a:solidFill>
                  <a:schemeClr val="accent1"/>
                </a:solidFill>
              </a:rPr>
              <a:t> </a:t>
            </a:r>
            <a:r>
              <a:rPr lang="de-CH" sz="3200" b="1" dirty="0" err="1">
                <a:solidFill>
                  <a:schemeClr val="accent1"/>
                </a:solidFill>
              </a:rPr>
              <a:t>could</a:t>
            </a:r>
            <a:r>
              <a:rPr lang="de-CH" sz="3200" b="1" dirty="0">
                <a:solidFill>
                  <a:schemeClr val="accent1"/>
                </a:solidFill>
              </a:rPr>
              <a:t> </a:t>
            </a:r>
            <a:r>
              <a:rPr lang="de-CH" sz="3200" b="1" dirty="0" err="1">
                <a:solidFill>
                  <a:schemeClr val="accent1"/>
                </a:solidFill>
              </a:rPr>
              <a:t>be</a:t>
            </a:r>
            <a:r>
              <a:rPr lang="de-CH" sz="3200" b="1" dirty="0">
                <a:solidFill>
                  <a:schemeClr val="accent1"/>
                </a:solidFill>
              </a:rPr>
              <a:t> </a:t>
            </a:r>
            <a:r>
              <a:rPr lang="de-CH" sz="3200" b="1" dirty="0" err="1">
                <a:solidFill>
                  <a:schemeClr val="accent1"/>
                </a:solidFill>
              </a:rPr>
              <a:t>done</a:t>
            </a:r>
            <a:r>
              <a:rPr lang="de-CH" sz="3200" b="1" dirty="0">
                <a:solidFill>
                  <a:schemeClr val="accent1"/>
                </a:solidFill>
              </a:rPr>
              <a:t>?</a:t>
            </a:r>
          </a:p>
        </p:txBody>
      </p:sp>
      <p:pic>
        <p:nvPicPr>
          <p:cNvPr id="3" name="Grafik 2" descr="Glühbirne und Zahnrad mit einfarbiger Füllung">
            <a:extLst>
              <a:ext uri="{FF2B5EF4-FFF2-40B4-BE49-F238E27FC236}">
                <a16:creationId xmlns:a16="http://schemas.microsoft.com/office/drawing/2014/main" id="{C07A4385-5280-FD47-670E-75DE86EFF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13775" y="3976352"/>
            <a:ext cx="1510048" cy="1510048"/>
          </a:xfrm>
          <a:prstGeom prst="rect">
            <a:avLst/>
          </a:prstGeom>
        </p:spPr>
      </p:pic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EFA0DAA-362B-C589-4FCF-DB5608741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CH" sz="3500" b="1" dirty="0">
                <a:solidFill>
                  <a:schemeClr val="accent1"/>
                </a:solidFill>
              </a:rPr>
              <a:t>Possible </a:t>
            </a:r>
            <a:r>
              <a:rPr lang="de-CH" sz="3500" b="1" dirty="0" err="1">
                <a:solidFill>
                  <a:schemeClr val="accent1"/>
                </a:solidFill>
              </a:rPr>
              <a:t>metrics</a:t>
            </a:r>
            <a:r>
              <a:rPr lang="de-CH" sz="3500" b="1" dirty="0">
                <a:solidFill>
                  <a:schemeClr val="accent1"/>
                </a:solidFill>
              </a:rPr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de-CH" sz="2400" b="1" dirty="0" err="1"/>
              <a:t>delivery</a:t>
            </a:r>
            <a:r>
              <a:rPr lang="de-CH" sz="2400" b="1" dirty="0"/>
              <a:t> </a:t>
            </a:r>
            <a:r>
              <a:rPr lang="de-CH" sz="2400" b="1" dirty="0" err="1"/>
              <a:t>ratio</a:t>
            </a:r>
            <a:r>
              <a:rPr lang="de-CH" sz="2400" b="1" dirty="0"/>
              <a:t> (DR): </a:t>
            </a:r>
            <a:r>
              <a:rPr lang="de-CH" sz="2400" dirty="0" err="1"/>
              <a:t>received</a:t>
            </a:r>
            <a:r>
              <a:rPr lang="de-CH" sz="2400" dirty="0"/>
              <a:t> vs. </a:t>
            </a:r>
            <a:r>
              <a:rPr lang="de-CH" sz="2400" dirty="0" err="1"/>
              <a:t>sent</a:t>
            </a:r>
            <a:r>
              <a:rPr lang="de-CH" sz="2400" dirty="0"/>
              <a:t> </a:t>
            </a:r>
            <a:r>
              <a:rPr lang="de-CH" sz="2400" dirty="0" err="1"/>
              <a:t>messages</a:t>
            </a:r>
            <a:endParaRPr lang="de-CH" sz="2400" dirty="0"/>
          </a:p>
          <a:p>
            <a:pPr marL="514350" indent="-514350">
              <a:buFont typeface="+mj-lt"/>
              <a:buAutoNum type="arabicPeriod"/>
            </a:pPr>
            <a:r>
              <a:rPr lang="de-CH" sz="2400" b="1" dirty="0" err="1"/>
              <a:t>duplicate</a:t>
            </a:r>
            <a:r>
              <a:rPr lang="de-CH" sz="2400" b="1" dirty="0"/>
              <a:t> rate (</a:t>
            </a:r>
            <a:r>
              <a:rPr lang="de-CH" sz="2400" b="1" dirty="0" err="1"/>
              <a:t>DuR</a:t>
            </a:r>
            <a:r>
              <a:rPr lang="de-CH" sz="2400" b="1" dirty="0"/>
              <a:t>): </a:t>
            </a:r>
            <a:r>
              <a:rPr lang="de-CH" sz="2400" dirty="0" err="1"/>
              <a:t>unique</a:t>
            </a:r>
            <a:r>
              <a:rPr lang="de-CH" sz="2400" dirty="0"/>
              <a:t> </a:t>
            </a:r>
            <a:r>
              <a:rPr lang="de-CH" sz="2400" dirty="0" err="1"/>
              <a:t>received</a:t>
            </a:r>
            <a:r>
              <a:rPr lang="de-CH" sz="2400" dirty="0"/>
              <a:t> </a:t>
            </a:r>
            <a:r>
              <a:rPr lang="de-CH" sz="2400" dirty="0" err="1"/>
              <a:t>messages</a:t>
            </a:r>
            <a:endParaRPr lang="de-CH" sz="2400" dirty="0"/>
          </a:p>
          <a:p>
            <a:pPr marL="514350" indent="-514350">
              <a:buFont typeface="+mj-lt"/>
              <a:buAutoNum type="arabicPeriod"/>
            </a:pPr>
            <a:r>
              <a:rPr lang="de-CH" sz="2400" b="1" dirty="0"/>
              <a:t>end-</a:t>
            </a:r>
            <a:r>
              <a:rPr lang="de-CH" sz="2400" b="1" dirty="0" err="1"/>
              <a:t>to</a:t>
            </a:r>
            <a:r>
              <a:rPr lang="de-CH" sz="2400" b="1" dirty="0"/>
              <a:t>-end-</a:t>
            </a:r>
            <a:r>
              <a:rPr lang="de-CH" sz="2400" b="1" dirty="0" err="1"/>
              <a:t>delay</a:t>
            </a:r>
            <a:r>
              <a:rPr lang="de-CH" sz="2400" b="1" dirty="0"/>
              <a:t> (E2E):</a:t>
            </a:r>
            <a:r>
              <a:rPr lang="de-CH" sz="2400" dirty="0"/>
              <a:t> </a:t>
            </a:r>
            <a:r>
              <a:rPr lang="de-CH" sz="2400" dirty="0" err="1"/>
              <a:t>average</a:t>
            </a:r>
            <a:r>
              <a:rPr lang="de-CH" sz="2400" dirty="0"/>
              <a:t> </a:t>
            </a:r>
            <a:r>
              <a:rPr lang="de-CH" sz="2400" dirty="0" err="1"/>
              <a:t>delivery</a:t>
            </a:r>
            <a:r>
              <a:rPr lang="de-CH" sz="2400" dirty="0"/>
              <a:t> time </a:t>
            </a:r>
            <a:r>
              <a:rPr lang="de-CH" sz="2400" dirty="0" err="1"/>
              <a:t>or</a:t>
            </a:r>
            <a:r>
              <a:rPr lang="de-CH" sz="2400" dirty="0"/>
              <a:t> per </a:t>
            </a:r>
            <a:r>
              <a:rPr lang="de-CH" sz="2400" dirty="0" err="1"/>
              <a:t>message</a:t>
            </a:r>
            <a:r>
              <a:rPr lang="de-CH" sz="2400" dirty="0"/>
              <a:t> </a:t>
            </a:r>
            <a:r>
              <a:rPr lang="de-CH" sz="2400" dirty="0" err="1"/>
              <a:t>received</a:t>
            </a:r>
            <a:endParaRPr lang="de-CH" sz="2400" dirty="0"/>
          </a:p>
          <a:p>
            <a:pPr marL="514350" indent="-514350">
              <a:buFont typeface="+mj-lt"/>
              <a:buAutoNum type="arabicPeriod"/>
            </a:pPr>
            <a:r>
              <a:rPr lang="de-CH" sz="2400" b="1" dirty="0" err="1"/>
              <a:t>convergence</a:t>
            </a:r>
            <a:r>
              <a:rPr lang="de-CH" sz="2400" b="1" dirty="0"/>
              <a:t> time (CT): </a:t>
            </a:r>
            <a:r>
              <a:rPr lang="de-CH" sz="2400" dirty="0"/>
              <a:t>time </a:t>
            </a:r>
            <a:r>
              <a:rPr lang="de-CH" sz="2400" dirty="0" err="1"/>
              <a:t>until</a:t>
            </a:r>
            <a:r>
              <a:rPr lang="de-CH" sz="2400" dirty="0"/>
              <a:t> all </a:t>
            </a:r>
            <a:r>
              <a:rPr lang="de-CH" sz="2400" dirty="0" err="1"/>
              <a:t>peers</a:t>
            </a:r>
            <a:r>
              <a:rPr lang="de-CH" sz="2400" dirty="0"/>
              <a:t> </a:t>
            </a:r>
            <a:r>
              <a:rPr lang="de-CH" sz="2400" dirty="0" err="1"/>
              <a:t>receive</a:t>
            </a:r>
            <a:r>
              <a:rPr lang="de-CH" sz="2400" dirty="0"/>
              <a:t> all </a:t>
            </a:r>
            <a:r>
              <a:rPr lang="de-CH" sz="2400" dirty="0" err="1"/>
              <a:t>messages</a:t>
            </a:r>
            <a:endParaRPr lang="de-CH" sz="2400" dirty="0"/>
          </a:p>
          <a:p>
            <a:pPr marL="514350" indent="-514350">
              <a:buFont typeface="+mj-lt"/>
              <a:buAutoNum type="arabicPeriod"/>
            </a:pPr>
            <a:r>
              <a:rPr lang="de-CH" sz="2400" b="1" dirty="0" err="1"/>
              <a:t>peer</a:t>
            </a:r>
            <a:r>
              <a:rPr lang="de-CH" sz="2400" b="1" dirty="0"/>
              <a:t> </a:t>
            </a:r>
            <a:r>
              <a:rPr lang="de-CH" sz="2400" b="1" dirty="0" err="1"/>
              <a:t>reachability</a:t>
            </a:r>
            <a:r>
              <a:rPr lang="de-CH" sz="2400" b="1" dirty="0"/>
              <a:t> (PR): </a:t>
            </a:r>
            <a:r>
              <a:rPr lang="de-CH" sz="2400" dirty="0" err="1"/>
              <a:t>reachable</a:t>
            </a:r>
            <a:r>
              <a:rPr lang="de-CH" sz="2400" dirty="0"/>
              <a:t> vs. </a:t>
            </a:r>
            <a:r>
              <a:rPr lang="de-CH" sz="2400" dirty="0" err="1"/>
              <a:t>connected</a:t>
            </a:r>
            <a:r>
              <a:rPr lang="de-CH" sz="2400" dirty="0"/>
              <a:t> </a:t>
            </a:r>
            <a:r>
              <a:rPr lang="de-CH" sz="2400" dirty="0" err="1"/>
              <a:t>peers</a:t>
            </a:r>
            <a:endParaRPr lang="de-CH" sz="2400" dirty="0"/>
          </a:p>
          <a:p>
            <a:pPr marL="514350" indent="-514350">
              <a:buFont typeface="+mj-lt"/>
              <a:buAutoNum type="arabicPeriod"/>
            </a:pPr>
            <a:r>
              <a:rPr lang="de-CH" sz="2400" b="1" dirty="0" err="1"/>
              <a:t>reconnect</a:t>
            </a:r>
            <a:r>
              <a:rPr lang="de-CH" sz="2400" b="1" dirty="0"/>
              <a:t> time (RT): </a:t>
            </a:r>
            <a:r>
              <a:rPr lang="de-CH" sz="2400" dirty="0"/>
              <a:t>time </a:t>
            </a:r>
            <a:r>
              <a:rPr lang="de-CH" sz="2400" dirty="0" err="1"/>
              <a:t>until</a:t>
            </a:r>
            <a:r>
              <a:rPr lang="de-CH" sz="2400" dirty="0"/>
              <a:t> </a:t>
            </a:r>
            <a:r>
              <a:rPr lang="de-CH" sz="2400" dirty="0" err="1"/>
              <a:t>first</a:t>
            </a:r>
            <a:r>
              <a:rPr lang="de-CH" sz="2400" dirty="0"/>
              <a:t> </a:t>
            </a:r>
            <a:r>
              <a:rPr lang="de-CH" sz="2400" dirty="0" err="1"/>
              <a:t>received</a:t>
            </a:r>
            <a:r>
              <a:rPr lang="de-CH" sz="2400" dirty="0"/>
              <a:t> </a:t>
            </a:r>
            <a:r>
              <a:rPr lang="de-CH" sz="2400" dirty="0" err="1"/>
              <a:t>message</a:t>
            </a:r>
            <a:r>
              <a:rPr lang="de-CH" sz="2400" dirty="0"/>
              <a:t> after </a:t>
            </a:r>
            <a:r>
              <a:rPr lang="de-CH" sz="2400" dirty="0" err="1"/>
              <a:t>reconnect</a:t>
            </a:r>
            <a:endParaRPr lang="de-CH" sz="2400" dirty="0"/>
          </a:p>
          <a:p>
            <a:pPr marL="0" indent="0">
              <a:buNone/>
            </a:pPr>
            <a:endParaRPr lang="de-CH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017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23A577-0655-163A-DBF3-E0E13BB33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iroh-gossip</a:t>
            </a:r>
            <a:r>
              <a:rPr lang="de-CH" dirty="0"/>
              <a:t> </a:t>
            </a:r>
            <a:r>
              <a:rPr lang="de-CH" dirty="0" err="1"/>
              <a:t>testing</a:t>
            </a:r>
            <a:endParaRPr lang="de-CH" dirty="0"/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80FC7B40-E7EE-127F-7A77-9C56318B4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933976"/>
              </p:ext>
            </p:extLst>
          </p:nvPr>
        </p:nvGraphicFramePr>
        <p:xfrm>
          <a:off x="640079" y="2374900"/>
          <a:ext cx="11012170" cy="360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8572">
                  <a:extLst>
                    <a:ext uri="{9D8B030D-6E8A-4147-A177-3AD203B41FA5}">
                      <a16:colId xmlns:a16="http://schemas.microsoft.com/office/drawing/2014/main" val="192505019"/>
                    </a:ext>
                  </a:extLst>
                </a:gridCol>
                <a:gridCol w="4000499">
                  <a:extLst>
                    <a:ext uri="{9D8B030D-6E8A-4147-A177-3AD203B41FA5}">
                      <a16:colId xmlns:a16="http://schemas.microsoft.com/office/drawing/2014/main" val="360456194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834599964"/>
                    </a:ext>
                  </a:extLst>
                </a:gridCol>
                <a:gridCol w="1282701">
                  <a:extLst>
                    <a:ext uri="{9D8B030D-6E8A-4147-A177-3AD203B41FA5}">
                      <a16:colId xmlns:a16="http://schemas.microsoft.com/office/drawing/2014/main" val="1714755095"/>
                    </a:ext>
                  </a:extLst>
                </a:gridCol>
                <a:gridCol w="2857498">
                  <a:extLst>
                    <a:ext uri="{9D8B030D-6E8A-4147-A177-3AD203B41FA5}">
                      <a16:colId xmlns:a16="http://schemas.microsoft.com/office/drawing/2014/main" val="1124517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sz="1600" dirty="0" err="1"/>
                        <a:t>Comparison</a:t>
                      </a:r>
                      <a:endParaRPr lang="de-CH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 sz="1600" dirty="0"/>
                        <a:t>Constant </a:t>
                      </a:r>
                      <a:r>
                        <a:rPr lang="de-CH" sz="1600" dirty="0" err="1"/>
                        <a:t>parameters</a:t>
                      </a:r>
                      <a:endParaRPr lang="de-CH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 sz="1600" dirty="0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 sz="1600" dirty="0" err="1"/>
                        <a:t>Metrics</a:t>
                      </a:r>
                      <a:endParaRPr lang="de-CH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CH" sz="1600" dirty="0" err="1"/>
                        <a:t>Expected</a:t>
                      </a:r>
                      <a:r>
                        <a:rPr lang="de-CH" sz="1600" dirty="0"/>
                        <a:t> </a:t>
                      </a:r>
                      <a:r>
                        <a:rPr lang="de-CH" sz="1600" dirty="0" err="1"/>
                        <a:t>trends</a:t>
                      </a:r>
                      <a:endParaRPr lang="de-CH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1260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1400" dirty="0"/>
                        <a:t>UC1 vs. UC2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400" dirty="0" err="1"/>
                        <a:t>no</a:t>
                      </a:r>
                      <a:r>
                        <a:rPr lang="de-CH" sz="1400" dirty="0"/>
                        <a:t> network </a:t>
                      </a:r>
                      <a:r>
                        <a:rPr lang="de-CH" sz="1400" dirty="0" err="1"/>
                        <a:t>impairments</a:t>
                      </a:r>
                      <a:endParaRPr lang="de-CH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400" dirty="0"/>
                        <a:t>same </a:t>
                      </a:r>
                      <a:r>
                        <a:rPr lang="de-CH" sz="1400" dirty="0" err="1"/>
                        <a:t>no</a:t>
                      </a:r>
                      <a:r>
                        <a:rPr lang="de-CH" sz="1400" dirty="0"/>
                        <a:t>. </a:t>
                      </a:r>
                      <a:r>
                        <a:rPr lang="de-CH" sz="1400" dirty="0" err="1"/>
                        <a:t>of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peers</a:t>
                      </a:r>
                      <a:r>
                        <a:rPr lang="de-CH" sz="1400" dirty="0"/>
                        <a:t>, </a:t>
                      </a:r>
                      <a:r>
                        <a:rPr lang="de-CH" sz="1400" dirty="0" err="1"/>
                        <a:t>message</a:t>
                      </a:r>
                      <a:r>
                        <a:rPr lang="de-CH" sz="1400" dirty="0"/>
                        <a:t> rate and </a:t>
                      </a:r>
                      <a:r>
                        <a:rPr lang="de-CH" sz="1400" dirty="0" err="1"/>
                        <a:t>payload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400" dirty="0" err="1"/>
                        <a:t>discovery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method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400" dirty="0"/>
                        <a:t>DR, </a:t>
                      </a:r>
                      <a:r>
                        <a:rPr lang="de-CH" sz="1400" dirty="0" err="1"/>
                        <a:t>DuR</a:t>
                      </a:r>
                      <a:r>
                        <a:rPr lang="de-CH" sz="1400" dirty="0"/>
                        <a:t>, E2E, CT, 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400" dirty="0" err="1"/>
                        <a:t>relay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discovery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improves</a:t>
                      </a:r>
                      <a:r>
                        <a:rPr lang="de-CH" sz="1400" dirty="0"/>
                        <a:t> DR and PR; E2E and CT </a:t>
                      </a:r>
                      <a:r>
                        <a:rPr lang="de-CH" sz="1400" dirty="0" err="1"/>
                        <a:t>worsens</a:t>
                      </a:r>
                      <a:endParaRPr lang="de-C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244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1400" dirty="0"/>
                        <a:t>UC2 vs. UC3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400" dirty="0" err="1"/>
                        <a:t>relay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enabled</a:t>
                      </a:r>
                      <a:endParaRPr lang="de-CH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400" dirty="0"/>
                        <a:t>same </a:t>
                      </a:r>
                      <a:r>
                        <a:rPr lang="de-CH" sz="1400" dirty="0" err="1"/>
                        <a:t>no</a:t>
                      </a:r>
                      <a:r>
                        <a:rPr lang="de-CH" sz="1400" dirty="0"/>
                        <a:t>. </a:t>
                      </a:r>
                      <a:r>
                        <a:rPr lang="de-CH" sz="1400" dirty="0" err="1"/>
                        <a:t>of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peers</a:t>
                      </a:r>
                      <a:r>
                        <a:rPr lang="de-CH" sz="1400" dirty="0"/>
                        <a:t>, </a:t>
                      </a:r>
                      <a:r>
                        <a:rPr lang="de-CH" sz="1400" dirty="0" err="1"/>
                        <a:t>message</a:t>
                      </a:r>
                      <a:r>
                        <a:rPr lang="de-CH" sz="1400" dirty="0"/>
                        <a:t> rate and </a:t>
                      </a:r>
                      <a:r>
                        <a:rPr lang="de-CH" sz="1400" dirty="0" err="1"/>
                        <a:t>payload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400" dirty="0"/>
                        <a:t>network </a:t>
                      </a:r>
                      <a:r>
                        <a:rPr lang="de-CH" sz="1400" dirty="0" err="1"/>
                        <a:t>quality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400" dirty="0"/>
                        <a:t>DR, </a:t>
                      </a:r>
                      <a:r>
                        <a:rPr lang="de-CH" sz="1400" dirty="0" err="1"/>
                        <a:t>DuR</a:t>
                      </a:r>
                      <a:r>
                        <a:rPr lang="de-CH" sz="1400" dirty="0"/>
                        <a:t>, E2E, CT, 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400" dirty="0" err="1"/>
                        <a:t>under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degraded</a:t>
                      </a:r>
                      <a:r>
                        <a:rPr lang="de-CH" sz="1400" dirty="0"/>
                        <a:t> network: DR </a:t>
                      </a:r>
                      <a:r>
                        <a:rPr lang="de-CH" sz="1400" dirty="0" err="1"/>
                        <a:t>decreases</a:t>
                      </a:r>
                      <a:r>
                        <a:rPr lang="de-CH" sz="1400" dirty="0"/>
                        <a:t>, </a:t>
                      </a:r>
                      <a:r>
                        <a:rPr lang="de-CH" sz="1400" dirty="0" err="1"/>
                        <a:t>DuR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increases</a:t>
                      </a:r>
                      <a:r>
                        <a:rPr lang="de-CH" sz="1400" dirty="0"/>
                        <a:t>, E2E and CT </a:t>
                      </a:r>
                      <a:r>
                        <a:rPr lang="de-CH" sz="1400" dirty="0" err="1"/>
                        <a:t>grow</a:t>
                      </a:r>
                      <a:r>
                        <a:rPr lang="de-CH" sz="1400" dirty="0"/>
                        <a:t>, PR </a:t>
                      </a:r>
                      <a:r>
                        <a:rPr lang="de-CH" sz="1400" dirty="0" err="1"/>
                        <a:t>remains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stable</a:t>
                      </a:r>
                      <a:endParaRPr lang="de-C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796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1400" dirty="0"/>
                        <a:t>UC1 vs. UC3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400" dirty="0"/>
                        <a:t>same </a:t>
                      </a:r>
                      <a:r>
                        <a:rPr lang="de-CH" sz="1400" dirty="0" err="1"/>
                        <a:t>no</a:t>
                      </a:r>
                      <a:r>
                        <a:rPr lang="de-CH" sz="1400" dirty="0"/>
                        <a:t>. </a:t>
                      </a:r>
                      <a:r>
                        <a:rPr lang="de-CH" sz="1400" dirty="0" err="1"/>
                        <a:t>of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peers</a:t>
                      </a:r>
                      <a:r>
                        <a:rPr lang="de-CH" sz="1400" dirty="0"/>
                        <a:t>, </a:t>
                      </a:r>
                      <a:r>
                        <a:rPr lang="de-CH" sz="1400" dirty="0" err="1"/>
                        <a:t>message</a:t>
                      </a:r>
                      <a:r>
                        <a:rPr lang="de-CH" sz="1400" dirty="0"/>
                        <a:t> rate and </a:t>
                      </a:r>
                      <a:r>
                        <a:rPr lang="de-CH" sz="1400" dirty="0" err="1"/>
                        <a:t>payload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400" dirty="0" err="1"/>
                        <a:t>discovery</a:t>
                      </a:r>
                      <a:r>
                        <a:rPr lang="de-CH" sz="1400" dirty="0"/>
                        <a:t> type + network </a:t>
                      </a:r>
                      <a:r>
                        <a:rPr lang="de-CH" sz="1400" dirty="0" err="1"/>
                        <a:t>quality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400" dirty="0"/>
                        <a:t>DR, </a:t>
                      </a:r>
                      <a:r>
                        <a:rPr lang="de-CH" sz="1400" dirty="0" err="1"/>
                        <a:t>DuR</a:t>
                      </a:r>
                      <a:r>
                        <a:rPr lang="de-CH" sz="1400" dirty="0"/>
                        <a:t>, E2E, CT, 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400" dirty="0" err="1"/>
                        <a:t>largest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performance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gap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expected</a:t>
                      </a:r>
                      <a:endParaRPr lang="de-C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201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1400" dirty="0"/>
                        <a:t>UC1 vs. UC4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400" dirty="0" err="1"/>
                        <a:t>no</a:t>
                      </a:r>
                      <a:r>
                        <a:rPr lang="de-CH" sz="1400" dirty="0"/>
                        <a:t> network </a:t>
                      </a:r>
                      <a:r>
                        <a:rPr lang="de-CH" sz="1400" dirty="0" err="1"/>
                        <a:t>impairments</a:t>
                      </a:r>
                      <a:endParaRPr lang="de-CH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400" dirty="0"/>
                        <a:t>same </a:t>
                      </a:r>
                      <a:r>
                        <a:rPr lang="de-CH" sz="1400" dirty="0" err="1"/>
                        <a:t>no</a:t>
                      </a:r>
                      <a:r>
                        <a:rPr lang="de-CH" sz="1400" dirty="0"/>
                        <a:t>. </a:t>
                      </a:r>
                      <a:r>
                        <a:rPr lang="de-CH" sz="1400" dirty="0" err="1"/>
                        <a:t>of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peers</a:t>
                      </a:r>
                      <a:r>
                        <a:rPr lang="de-CH" sz="1400" dirty="0"/>
                        <a:t>, </a:t>
                      </a:r>
                      <a:r>
                        <a:rPr lang="de-CH" sz="1400" dirty="0" err="1"/>
                        <a:t>message</a:t>
                      </a:r>
                      <a:r>
                        <a:rPr lang="de-CH" sz="1400" dirty="0"/>
                        <a:t> rate and </a:t>
                      </a:r>
                      <a:r>
                        <a:rPr lang="de-CH" sz="1400" dirty="0" err="1"/>
                        <a:t>payload</a:t>
                      </a:r>
                      <a:endParaRPr lang="de-CH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400" dirty="0"/>
                        <a:t>same </a:t>
                      </a:r>
                      <a:r>
                        <a:rPr lang="de-CH" sz="1400" dirty="0" err="1"/>
                        <a:t>discovery</a:t>
                      </a:r>
                      <a:r>
                        <a:rPr lang="de-CH" sz="1400" dirty="0"/>
                        <a:t>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400" dirty="0" err="1"/>
                        <a:t>churn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under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direct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discovery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400" dirty="0"/>
                        <a:t>DR, </a:t>
                      </a:r>
                      <a:r>
                        <a:rPr lang="de-CH" sz="1400" dirty="0" err="1"/>
                        <a:t>DuR</a:t>
                      </a:r>
                      <a:r>
                        <a:rPr lang="de-CH" sz="1400" dirty="0"/>
                        <a:t>, CT, RT, 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400" dirty="0" err="1"/>
                        <a:t>during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disconnections</a:t>
                      </a:r>
                      <a:r>
                        <a:rPr lang="de-CH" sz="1400" dirty="0"/>
                        <a:t>, DR </a:t>
                      </a:r>
                      <a:r>
                        <a:rPr lang="de-CH" sz="1400" dirty="0" err="1"/>
                        <a:t>drops</a:t>
                      </a:r>
                      <a:r>
                        <a:rPr lang="de-CH" sz="1400" dirty="0"/>
                        <a:t> and CT </a:t>
                      </a:r>
                      <a:r>
                        <a:rPr lang="de-CH" sz="1400" dirty="0" err="1"/>
                        <a:t>rises</a:t>
                      </a:r>
                      <a:r>
                        <a:rPr lang="de-CH" sz="1400" dirty="0"/>
                        <a:t>; after </a:t>
                      </a:r>
                      <a:r>
                        <a:rPr lang="de-CH" sz="1400" dirty="0" err="1"/>
                        <a:t>rejoin</a:t>
                      </a:r>
                      <a:r>
                        <a:rPr lang="de-CH" sz="1400" dirty="0"/>
                        <a:t>, </a:t>
                      </a:r>
                      <a:r>
                        <a:rPr lang="de-CH" sz="1400" dirty="0" err="1"/>
                        <a:t>peers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recover</a:t>
                      </a:r>
                      <a:r>
                        <a:rPr lang="de-CH" sz="1400" dirty="0"/>
                        <a:t> but </a:t>
                      </a:r>
                      <a:r>
                        <a:rPr lang="de-CH" sz="1400" dirty="0" err="1"/>
                        <a:t>measurable</a:t>
                      </a:r>
                      <a:r>
                        <a:rPr lang="de-CH" sz="1400" dirty="0"/>
                        <a:t> 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18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sz="1400" dirty="0"/>
                        <a:t>UC2 vs. UC4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400" dirty="0" err="1"/>
                        <a:t>no</a:t>
                      </a:r>
                      <a:r>
                        <a:rPr lang="de-CH" sz="1400" dirty="0"/>
                        <a:t> network </a:t>
                      </a:r>
                      <a:r>
                        <a:rPr lang="de-CH" sz="1400" dirty="0" err="1"/>
                        <a:t>impairments</a:t>
                      </a:r>
                      <a:endParaRPr lang="de-CH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400" dirty="0"/>
                        <a:t>same </a:t>
                      </a:r>
                      <a:r>
                        <a:rPr lang="de-CH" sz="1400" dirty="0" err="1"/>
                        <a:t>no</a:t>
                      </a:r>
                      <a:r>
                        <a:rPr lang="de-CH" sz="1400" dirty="0"/>
                        <a:t>. </a:t>
                      </a:r>
                      <a:r>
                        <a:rPr lang="de-CH" sz="1400" dirty="0" err="1"/>
                        <a:t>of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peers</a:t>
                      </a:r>
                      <a:r>
                        <a:rPr lang="de-CH" sz="1400" dirty="0"/>
                        <a:t>, </a:t>
                      </a:r>
                      <a:r>
                        <a:rPr lang="de-CH" sz="1400" dirty="0" err="1"/>
                        <a:t>message</a:t>
                      </a:r>
                      <a:r>
                        <a:rPr lang="de-CH" sz="1400" dirty="0"/>
                        <a:t> rate and </a:t>
                      </a:r>
                      <a:r>
                        <a:rPr lang="de-CH" sz="1400" dirty="0" err="1"/>
                        <a:t>payload</a:t>
                      </a:r>
                      <a:endParaRPr lang="de-CH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400" dirty="0"/>
                        <a:t>same </a:t>
                      </a:r>
                      <a:r>
                        <a:rPr lang="de-CH" sz="1400" dirty="0" err="1"/>
                        <a:t>discovery</a:t>
                      </a:r>
                      <a:r>
                        <a:rPr lang="de-CH" sz="1400" dirty="0"/>
                        <a:t>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400" dirty="0" err="1"/>
                        <a:t>churn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under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relay-assisted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discovery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400" dirty="0"/>
                        <a:t>DR, </a:t>
                      </a:r>
                      <a:r>
                        <a:rPr lang="de-CH" sz="1400" dirty="0" err="1"/>
                        <a:t>DuR</a:t>
                      </a:r>
                      <a:r>
                        <a:rPr lang="de-CH" sz="1400" dirty="0"/>
                        <a:t>, CT, RT, 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sz="1400" dirty="0" err="1"/>
                        <a:t>with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relay</a:t>
                      </a:r>
                      <a:r>
                        <a:rPr lang="de-CH" sz="1400" dirty="0"/>
                        <a:t>, RT </a:t>
                      </a:r>
                      <a:r>
                        <a:rPr lang="de-CH" sz="1400" dirty="0" err="1"/>
                        <a:t>decreases</a:t>
                      </a:r>
                      <a:r>
                        <a:rPr lang="de-CH" sz="1400" dirty="0"/>
                        <a:t> and DR </a:t>
                      </a:r>
                      <a:r>
                        <a:rPr lang="de-CH" sz="1400" dirty="0" err="1"/>
                        <a:t>recoveres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more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quickly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compared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to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direct</a:t>
                      </a:r>
                      <a:r>
                        <a:rPr lang="de-CH" sz="1400" dirty="0"/>
                        <a:t> </a:t>
                      </a:r>
                      <a:r>
                        <a:rPr lang="de-CH" sz="1400" dirty="0" err="1"/>
                        <a:t>discovery</a:t>
                      </a:r>
                      <a:endParaRPr lang="de-C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500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2357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686D5-5FAD-A0CC-C248-ADEA24A78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60C5A31-92AB-ECE9-260C-DB2BB635A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iroh-gossip</a:t>
            </a:r>
            <a:r>
              <a:rPr lang="de-CH" dirty="0"/>
              <a:t> </a:t>
            </a:r>
            <a:r>
              <a:rPr lang="de-CH" dirty="0" err="1"/>
              <a:t>testing</a:t>
            </a:r>
            <a:endParaRPr lang="de-CH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02263E2-76C1-B1CC-5EA6-EF8BCE779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ctr"/>
            <a:r>
              <a:rPr lang="de-CH" sz="3200" b="1" dirty="0" err="1">
                <a:solidFill>
                  <a:schemeClr val="accent1"/>
                </a:solidFill>
              </a:rPr>
              <a:t>What</a:t>
            </a:r>
            <a:r>
              <a:rPr lang="de-CH" sz="3200" b="1" dirty="0">
                <a:solidFill>
                  <a:schemeClr val="accent1"/>
                </a:solidFill>
              </a:rPr>
              <a:t> </a:t>
            </a:r>
            <a:r>
              <a:rPr lang="de-CH" sz="3200" b="1" dirty="0" err="1">
                <a:solidFill>
                  <a:schemeClr val="accent1"/>
                </a:solidFill>
              </a:rPr>
              <a:t>could</a:t>
            </a:r>
            <a:r>
              <a:rPr lang="de-CH" sz="3200" b="1" dirty="0">
                <a:solidFill>
                  <a:schemeClr val="accent1"/>
                </a:solidFill>
              </a:rPr>
              <a:t> </a:t>
            </a:r>
            <a:r>
              <a:rPr lang="de-CH" sz="3200" b="1" dirty="0" err="1">
                <a:solidFill>
                  <a:schemeClr val="accent1"/>
                </a:solidFill>
              </a:rPr>
              <a:t>be</a:t>
            </a:r>
            <a:r>
              <a:rPr lang="de-CH" sz="3200" b="1" dirty="0">
                <a:solidFill>
                  <a:schemeClr val="accent1"/>
                </a:solidFill>
              </a:rPr>
              <a:t> </a:t>
            </a:r>
            <a:r>
              <a:rPr lang="de-CH" sz="3200" b="1" dirty="0" err="1">
                <a:solidFill>
                  <a:schemeClr val="accent1"/>
                </a:solidFill>
              </a:rPr>
              <a:t>done</a:t>
            </a:r>
            <a:r>
              <a:rPr lang="de-CH" sz="3200" b="1" dirty="0">
                <a:solidFill>
                  <a:schemeClr val="accent1"/>
                </a:solidFill>
              </a:rPr>
              <a:t>?</a:t>
            </a:r>
          </a:p>
        </p:txBody>
      </p:sp>
      <p:pic>
        <p:nvPicPr>
          <p:cNvPr id="3" name="Grafik 2" descr="Glühbirne und Zahnrad mit einfarbiger Füllung">
            <a:extLst>
              <a:ext uri="{FF2B5EF4-FFF2-40B4-BE49-F238E27FC236}">
                <a16:creationId xmlns:a16="http://schemas.microsoft.com/office/drawing/2014/main" id="{AD6E9E3B-4BEB-209D-6AF6-435ACB564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13775" y="3976352"/>
            <a:ext cx="1510048" cy="1510048"/>
          </a:xfrm>
          <a:prstGeom prst="rect">
            <a:avLst/>
          </a:prstGeom>
        </p:spPr>
      </p:pic>
      <p:sp>
        <p:nvSpPr>
          <p:cNvPr id="9" name="Inhaltsplatzhalter 16">
            <a:extLst>
              <a:ext uri="{FF2B5EF4-FFF2-40B4-BE49-F238E27FC236}">
                <a16:creationId xmlns:a16="http://schemas.microsoft.com/office/drawing/2014/main" id="{58C8AFAF-838B-38AE-66F2-598B5BBAF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/>
          <a:lstStyle/>
          <a:p>
            <a:pPr marL="0" indent="0" algn="ctr">
              <a:buNone/>
            </a:pPr>
            <a:endParaRPr lang="de-CH" dirty="0"/>
          </a:p>
          <a:p>
            <a:pPr marL="0" indent="0" algn="ctr">
              <a:buNone/>
            </a:pPr>
            <a:r>
              <a:rPr lang="de-CH" dirty="0"/>
              <a:t>so …</a:t>
            </a:r>
          </a:p>
          <a:p>
            <a:pPr marL="0" indent="0" algn="ctr">
              <a:buNone/>
            </a:pPr>
            <a:r>
              <a:rPr lang="en-US" b="1" dirty="0">
                <a:solidFill>
                  <a:schemeClr val="accent5"/>
                </a:solidFill>
              </a:rPr>
              <a:t>What really makes sense? </a:t>
            </a:r>
          </a:p>
          <a:p>
            <a:pPr marL="0" indent="0" algn="ctr">
              <a:buNone/>
            </a:pPr>
            <a:r>
              <a:rPr lang="en-US" b="1" dirty="0">
                <a:solidFill>
                  <a:schemeClr val="accent5"/>
                </a:solidFill>
              </a:rPr>
              <a:t>What is feasible?</a:t>
            </a:r>
            <a:r>
              <a:rPr lang="de-CH" b="1" dirty="0">
                <a:solidFill>
                  <a:schemeClr val="accent5"/>
                </a:solidFill>
              </a:rPr>
              <a:t> </a:t>
            </a:r>
          </a:p>
        </p:txBody>
      </p:sp>
      <p:pic>
        <p:nvPicPr>
          <p:cNvPr id="17" name="Grafik 16" descr="Ein Bild, das Diagramm, Reihe, Rechteck, Text enthält.&#10;&#10;KI-generierte Inhalte können fehlerhaft sein.">
            <a:extLst>
              <a:ext uri="{FF2B5EF4-FFF2-40B4-BE49-F238E27FC236}">
                <a16:creationId xmlns:a16="http://schemas.microsoft.com/office/drawing/2014/main" id="{2DED8AB4-10C7-786C-9031-CE8B78F30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2601" y="4064265"/>
            <a:ext cx="4235624" cy="1334221"/>
          </a:xfrm>
          <a:prstGeom prst="rect">
            <a:avLst/>
          </a:prstGeom>
        </p:spPr>
      </p:pic>
      <p:pic>
        <p:nvPicPr>
          <p:cNvPr id="18" name="Grafik 17" descr="Ein Bild, das Schrift, Grafiken, Electric Blue (Farbe), Logo enthält.&#10;&#10;KI-generierte Inhalte können fehlerhaft sein.">
            <a:extLst>
              <a:ext uri="{FF2B5EF4-FFF2-40B4-BE49-F238E27FC236}">
                <a16:creationId xmlns:a16="http://schemas.microsoft.com/office/drawing/2014/main" id="{D9015F44-6100-02EB-C793-6534E53CF7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717" y="5660030"/>
            <a:ext cx="2255533" cy="77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1268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778</Words>
  <Application>Microsoft Office PowerPoint</Application>
  <PresentationFormat>Breitbild</PresentationFormat>
  <Paragraphs>112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Arial</vt:lpstr>
      <vt:lpstr>Consolas</vt:lpstr>
      <vt:lpstr>Grandview Display</vt:lpstr>
      <vt:lpstr>DashVTI</vt:lpstr>
      <vt:lpstr>Reliability Testing of iroh-gossip in Realistic Network Environments</vt:lpstr>
      <vt:lpstr>Recap: What is iroh?</vt:lpstr>
      <vt:lpstr>Recap: What is iroh?</vt:lpstr>
      <vt:lpstr>Recap: The iroh-gossip</vt:lpstr>
      <vt:lpstr>Recap: The iroh-gossip</vt:lpstr>
      <vt:lpstr>iroh-gossip testing</vt:lpstr>
      <vt:lpstr>iroh-gossip testing</vt:lpstr>
      <vt:lpstr>iroh-gossip testing</vt:lpstr>
      <vt:lpstr>iroh-gossip testing</vt:lpstr>
      <vt:lpstr>iroh-gossip testing</vt:lpstr>
      <vt:lpstr>iroh-gossip testing</vt:lpstr>
      <vt:lpstr>iroh-gossip testing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Seehuber, Andrea (GymMU)</dc:creator>
  <cp:lastModifiedBy>Seehuber, Andrea (GymMU)</cp:lastModifiedBy>
  <cp:revision>5</cp:revision>
  <dcterms:created xsi:type="dcterms:W3CDTF">2025-10-25T18:12:38Z</dcterms:created>
  <dcterms:modified xsi:type="dcterms:W3CDTF">2025-10-25T21:41:57Z</dcterms:modified>
</cp:coreProperties>
</file>